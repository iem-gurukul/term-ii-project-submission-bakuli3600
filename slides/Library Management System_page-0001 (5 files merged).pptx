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0416" y="4015825"/>
            <a:ext cx="538881" cy="32509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90066" y="1956107"/>
            <a:ext cx="4646295" cy="4058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 u="heavy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378861" y="1725903"/>
            <a:ext cx="1428115" cy="0"/>
          </a:xfrm>
          <a:custGeom>
            <a:avLst/>
            <a:gdLst/>
            <a:ahLst/>
            <a:cxnLst/>
            <a:rect l="l" t="t" r="r" b="b"/>
            <a:pathLst>
              <a:path w="1428114">
                <a:moveTo>
                  <a:pt x="0" y="0"/>
                </a:moveTo>
                <a:lnTo>
                  <a:pt x="1427500" y="0"/>
                </a:lnTo>
              </a:path>
            </a:pathLst>
          </a:custGeom>
          <a:ln w="107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378861" y="1922387"/>
            <a:ext cx="1428115" cy="0"/>
          </a:xfrm>
          <a:custGeom>
            <a:avLst/>
            <a:gdLst/>
            <a:ahLst/>
            <a:cxnLst/>
            <a:rect l="l" t="t" r="r" b="b"/>
            <a:pathLst>
              <a:path w="1428114">
                <a:moveTo>
                  <a:pt x="0" y="0"/>
                </a:moveTo>
                <a:lnTo>
                  <a:pt x="1427500" y="0"/>
                </a:lnTo>
              </a:path>
            </a:pathLst>
          </a:custGeom>
          <a:ln w="107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78861" y="3690735"/>
            <a:ext cx="1428115" cy="0"/>
          </a:xfrm>
          <a:custGeom>
            <a:avLst/>
            <a:gdLst/>
            <a:ahLst/>
            <a:cxnLst/>
            <a:rect l="l" t="t" r="r" b="b"/>
            <a:pathLst>
              <a:path w="1428114">
                <a:moveTo>
                  <a:pt x="0" y="0"/>
                </a:moveTo>
                <a:lnTo>
                  <a:pt x="1427500" y="0"/>
                </a:lnTo>
              </a:path>
            </a:pathLst>
          </a:custGeom>
          <a:ln w="142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378861" y="5162573"/>
            <a:ext cx="1428115" cy="0"/>
          </a:xfrm>
          <a:custGeom>
            <a:avLst/>
            <a:gdLst/>
            <a:ahLst/>
            <a:cxnLst/>
            <a:rect l="l" t="t" r="r" b="b"/>
            <a:pathLst>
              <a:path w="1428114">
                <a:moveTo>
                  <a:pt x="0" y="0"/>
                </a:moveTo>
                <a:lnTo>
                  <a:pt x="1427500" y="0"/>
                </a:lnTo>
              </a:path>
            </a:pathLst>
          </a:custGeom>
          <a:ln w="107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378861" y="5359057"/>
            <a:ext cx="1428115" cy="0"/>
          </a:xfrm>
          <a:custGeom>
            <a:avLst/>
            <a:gdLst/>
            <a:ahLst/>
            <a:cxnLst/>
            <a:rect l="l" t="t" r="r" b="b"/>
            <a:pathLst>
              <a:path w="1428114">
                <a:moveTo>
                  <a:pt x="0" y="0"/>
                </a:moveTo>
                <a:lnTo>
                  <a:pt x="1427500" y="0"/>
                </a:lnTo>
              </a:path>
            </a:pathLst>
          </a:custGeom>
          <a:ln w="107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378861" y="6627266"/>
            <a:ext cx="1417320" cy="0"/>
          </a:xfrm>
          <a:custGeom>
            <a:avLst/>
            <a:gdLst/>
            <a:ahLst/>
            <a:cxnLst/>
            <a:rect l="l" t="t" r="r" b="b"/>
            <a:pathLst>
              <a:path w="1417320">
                <a:moveTo>
                  <a:pt x="0" y="0"/>
                </a:moveTo>
                <a:lnTo>
                  <a:pt x="1416795" y="0"/>
                </a:lnTo>
              </a:path>
            </a:pathLst>
          </a:custGeom>
          <a:ln w="31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298101" y="1068578"/>
            <a:ext cx="0" cy="1664970"/>
          </a:xfrm>
          <a:custGeom>
            <a:avLst/>
            <a:gdLst/>
            <a:ahLst/>
            <a:cxnLst/>
            <a:rect l="l" t="t" r="r" b="b"/>
            <a:pathLst>
              <a:path h="1664970">
                <a:moveTo>
                  <a:pt x="0" y="1664748"/>
                </a:moveTo>
                <a:lnTo>
                  <a:pt x="0" y="0"/>
                </a:lnTo>
              </a:path>
            </a:pathLst>
          </a:custGeom>
          <a:ln w="142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8448" y="1480970"/>
            <a:ext cx="9516502" cy="523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9593" y="2001283"/>
            <a:ext cx="9514213" cy="2280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6212" y="1455914"/>
            <a:ext cx="3909695" cy="139827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450975" marR="1407795" indent="26034" algn="ctr">
              <a:lnSpc>
                <a:spcPts val="2700"/>
              </a:lnSpc>
              <a:spcBef>
                <a:spcPts val="500"/>
              </a:spcBef>
            </a:pPr>
            <a:r>
              <a:rPr sz="2550" b="0" i="1" spc="-25" dirty="0">
                <a:latin typeface="Times New Roman"/>
                <a:cs typeface="Times New Roman"/>
              </a:rPr>
              <a:t>The </a:t>
            </a:r>
            <a:r>
              <a:rPr sz="2550" b="0" i="1" spc="40" dirty="0">
                <a:latin typeface="Times New Roman"/>
                <a:cs typeface="Times New Roman"/>
              </a:rPr>
              <a:t>Library</a:t>
            </a:r>
            <a:endParaRPr sz="2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4100" b="0" spc="70" dirty="0">
                <a:latin typeface="Times New Roman"/>
                <a:cs typeface="Times New Roman"/>
              </a:rPr>
              <a:t>MANAGEMENT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28702" y="2893337"/>
            <a:ext cx="6828155" cy="24384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475"/>
              </a:spcBef>
            </a:pPr>
            <a:r>
              <a:rPr sz="1300" spc="195" dirty="0">
                <a:latin typeface="Arial"/>
                <a:cs typeface="Arial"/>
              </a:rPr>
              <a:t>SYSTEM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2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25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Java-</a:t>
            </a:r>
            <a:r>
              <a:rPr sz="2500" b="1" u="heavy" spc="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Based</a:t>
            </a:r>
            <a:r>
              <a:rPr sz="2500" b="1" u="heavy" spc="1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500" b="1" u="heavy" spc="1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Object-</a:t>
            </a:r>
            <a:r>
              <a:rPr sz="2500" b="1" u="heavy" spc="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Oriented </a:t>
            </a:r>
            <a:r>
              <a:rPr sz="2500" b="1" u="heavy" spc="-1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AP-</a:t>
            </a:r>
            <a:r>
              <a:rPr sz="2500" b="1" u="heavy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P-</a:t>
            </a:r>
            <a:r>
              <a:rPr sz="2500" b="1" u="heavy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lication</a:t>
            </a:r>
            <a:endParaRPr sz="2500">
              <a:latin typeface="Arial"/>
              <a:cs typeface="Arial"/>
            </a:endParaRPr>
          </a:p>
          <a:p>
            <a:pPr marL="1733550" marR="1710689" algn="ctr">
              <a:lnSpc>
                <a:spcPct val="122200"/>
              </a:lnSpc>
              <a:spcBef>
                <a:spcPts val="1825"/>
              </a:spcBef>
            </a:pPr>
            <a:r>
              <a:rPr sz="1650" spc="160" dirty="0">
                <a:latin typeface="Arial"/>
                <a:cs typeface="Arial"/>
              </a:rPr>
              <a:t>Submitted</a:t>
            </a:r>
            <a:r>
              <a:rPr sz="1650" spc="70" dirty="0">
                <a:latin typeface="Arial"/>
                <a:cs typeface="Arial"/>
              </a:rPr>
              <a:t> </a:t>
            </a:r>
            <a:r>
              <a:rPr sz="1650" spc="140" dirty="0">
                <a:latin typeface="Arial"/>
                <a:cs typeface="Arial"/>
              </a:rPr>
              <a:t>by:</a:t>
            </a:r>
            <a:r>
              <a:rPr sz="1650" spc="-135" dirty="0">
                <a:latin typeface="Arial"/>
                <a:cs typeface="Arial"/>
              </a:rPr>
              <a:t> </a:t>
            </a:r>
            <a:r>
              <a:rPr sz="1650" spc="100" dirty="0">
                <a:latin typeface="Arial"/>
                <a:cs typeface="Arial"/>
              </a:rPr>
              <a:t>Tapabrata</a:t>
            </a:r>
            <a:r>
              <a:rPr sz="1650" spc="95" dirty="0">
                <a:latin typeface="Arial"/>
                <a:cs typeface="Arial"/>
              </a:rPr>
              <a:t> </a:t>
            </a:r>
            <a:r>
              <a:rPr sz="1650" spc="85" dirty="0">
                <a:latin typeface="Arial"/>
                <a:cs typeface="Arial"/>
              </a:rPr>
              <a:t>Bakuli </a:t>
            </a:r>
            <a:r>
              <a:rPr sz="1650" spc="150" dirty="0">
                <a:latin typeface="Arial"/>
                <a:cs typeface="Arial"/>
              </a:rPr>
              <a:t>Department:</a:t>
            </a:r>
            <a:r>
              <a:rPr sz="1650" spc="-5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CSE</a:t>
            </a:r>
            <a:r>
              <a:rPr sz="1650" spc="-65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(IOTCSBT)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Arial"/>
              <a:cs typeface="Arial"/>
            </a:endParaRPr>
          </a:p>
          <a:p>
            <a:pPr marL="23495" algn="ctr">
              <a:lnSpc>
                <a:spcPct val="100000"/>
              </a:lnSpc>
              <a:spcBef>
                <a:spcPts val="5"/>
              </a:spcBef>
            </a:pPr>
            <a:r>
              <a:rPr sz="1650" spc="65" dirty="0">
                <a:latin typeface="Arial"/>
                <a:cs typeface="Arial"/>
              </a:rPr>
              <a:t>Target</a:t>
            </a:r>
            <a:r>
              <a:rPr sz="1650" spc="40" dirty="0">
                <a:latin typeface="Arial"/>
                <a:cs typeface="Arial"/>
              </a:rPr>
              <a:t> </a:t>
            </a:r>
            <a:r>
              <a:rPr sz="1650" spc="70" dirty="0">
                <a:latin typeface="Arial"/>
                <a:cs typeface="Arial"/>
              </a:rPr>
              <a:t>Users:</a:t>
            </a:r>
            <a:endParaRPr sz="1650">
              <a:latin typeface="Arial"/>
              <a:cs typeface="Arial"/>
            </a:endParaRPr>
          </a:p>
          <a:p>
            <a:pPr marL="7620" algn="ctr">
              <a:lnSpc>
                <a:spcPct val="100000"/>
              </a:lnSpc>
              <a:spcBef>
                <a:spcPts val="495"/>
              </a:spcBef>
            </a:pPr>
            <a:r>
              <a:rPr sz="1650" u="heavy" spc="1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Students</a:t>
            </a:r>
            <a:r>
              <a:rPr sz="1650" spc="20" dirty="0">
                <a:latin typeface="Arial"/>
                <a:cs typeface="Arial"/>
              </a:rPr>
              <a:t> </a:t>
            </a:r>
            <a:r>
              <a:rPr sz="1650" u="heavy" spc="1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650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5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Librarians</a:t>
            </a:r>
            <a:r>
              <a:rPr sz="1650" u="heavy" spc="1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50" u="heavy" spc="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</a:t>
            </a:r>
            <a:r>
              <a:rPr sz="1650" u="heavy" spc="1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50" u="heavy" spc="1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educational</a:t>
            </a:r>
            <a:r>
              <a:rPr sz="1650" u="heavy" spc="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50" u="heavy" spc="1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institutions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7918" y="2168883"/>
            <a:ext cx="2573070" cy="22077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9423" y="1327356"/>
            <a:ext cx="4385310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30" dirty="0"/>
              <a:t>System</a:t>
            </a:r>
            <a:r>
              <a:rPr spc="110" dirty="0"/>
              <a:t> </a:t>
            </a:r>
            <a:r>
              <a:rPr spc="125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9593" y="2001283"/>
            <a:ext cx="5916930" cy="228028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515"/>
              </a:spcBef>
            </a:pPr>
            <a:r>
              <a:rPr sz="1450" b="1" u="heavy" spc="80" dirty="0">
                <a:uFill>
                  <a:solidFill>
                    <a:srgbClr val="1C1C1C"/>
                  </a:solidFill>
                </a:uFill>
                <a:latin typeface="Arial"/>
                <a:cs typeface="Arial"/>
              </a:rPr>
              <a:t>Architecture</a:t>
            </a:r>
            <a:r>
              <a:rPr sz="1450" b="1" u="heavy" spc="80" dirty="0">
                <a:solidFill>
                  <a:srgbClr val="1C1C1C"/>
                </a:solidFill>
                <a:uFill>
                  <a:solidFill>
                    <a:srgbClr val="1C1C1C"/>
                  </a:solidFill>
                </a:uFill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430"/>
              </a:spcBef>
              <a:tabLst>
                <a:tab pos="1078230" algn="l"/>
              </a:tabLst>
            </a:pPr>
            <a:r>
              <a:rPr sz="1500" spc="65" dirty="0">
                <a:latin typeface="Arial"/>
                <a:cs typeface="Arial"/>
              </a:rPr>
              <a:t>Main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(CLI)</a:t>
            </a:r>
            <a:r>
              <a:rPr sz="1500" dirty="0">
                <a:latin typeface="Arial"/>
                <a:cs typeface="Arial"/>
              </a:rPr>
              <a:t>	</a:t>
            </a:r>
            <a:r>
              <a:rPr sz="1500" spc="240" dirty="0">
                <a:latin typeface="Arial"/>
                <a:cs typeface="Arial"/>
              </a:rPr>
              <a:t>Library</a:t>
            </a:r>
            <a:r>
              <a:rPr sz="1500" spc="160" dirty="0">
                <a:latin typeface="Arial"/>
                <a:cs typeface="Arial"/>
              </a:rPr>
              <a:t> </a:t>
            </a:r>
            <a:r>
              <a:rPr sz="1500" spc="335" dirty="0">
                <a:latin typeface="Arial"/>
                <a:cs typeface="Arial"/>
              </a:rPr>
              <a:t>(Logic)</a:t>
            </a:r>
            <a:r>
              <a:rPr sz="1500" spc="105" dirty="0">
                <a:latin typeface="Arial"/>
                <a:cs typeface="Arial"/>
              </a:rPr>
              <a:t> </a:t>
            </a:r>
            <a:r>
              <a:rPr sz="1500" spc="80" dirty="0">
                <a:latin typeface="Arial"/>
                <a:cs typeface="Arial"/>
              </a:rPr>
              <a:t>Models</a:t>
            </a:r>
            <a:r>
              <a:rPr sz="1500" spc="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(Book,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User,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spc="40" dirty="0">
                <a:latin typeface="Arial"/>
                <a:cs typeface="Arial"/>
              </a:rPr>
              <a:t>Transaction)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"/>
              </a:spcBef>
            </a:pPr>
            <a:r>
              <a:rPr sz="1450" b="1" u="heavy" spc="-114" dirty="0">
                <a:uFill>
                  <a:solidFill>
                    <a:srgbClr val="1C1C1C"/>
                  </a:solidFill>
                </a:uFill>
                <a:latin typeface="Arial"/>
                <a:cs typeface="Arial"/>
              </a:rPr>
              <a:t>KeY.</a:t>
            </a:r>
            <a:r>
              <a:rPr sz="1450" b="1" u="heavy" spc="-80" dirty="0">
                <a:uFill>
                  <a:solidFill>
                    <a:srgbClr val="1C1C1C"/>
                  </a:solidFill>
                </a:uFill>
                <a:latin typeface="Arial"/>
                <a:cs typeface="Arial"/>
              </a:rPr>
              <a:t> </a:t>
            </a:r>
            <a:r>
              <a:rPr sz="1450" b="1" u="heavy" spc="50" dirty="0">
                <a:uFill>
                  <a:solidFill>
                    <a:srgbClr val="1C1C1C"/>
                  </a:solidFill>
                </a:uFill>
                <a:latin typeface="Arial"/>
                <a:cs typeface="Arial"/>
              </a:rPr>
              <a:t>Classes</a:t>
            </a:r>
            <a:r>
              <a:rPr sz="1450" b="1" u="heavy" spc="50" dirty="0">
                <a:solidFill>
                  <a:srgbClr val="1C1C1C"/>
                </a:solidFill>
                <a:uFill>
                  <a:solidFill>
                    <a:srgbClr val="1C1C1C"/>
                  </a:solidFill>
                </a:uFill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400"/>
              </a:spcBef>
            </a:pPr>
            <a:r>
              <a:rPr sz="1500" spc="50" dirty="0">
                <a:latin typeface="Arial"/>
                <a:cs typeface="Arial"/>
              </a:rPr>
              <a:t>Library</a:t>
            </a:r>
            <a:r>
              <a:rPr sz="1500" spc="1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-</a:t>
            </a:r>
            <a:r>
              <a:rPr sz="1500" spc="455" dirty="0">
                <a:latin typeface="Arial"/>
                <a:cs typeface="Arial"/>
              </a:rPr>
              <a:t> </a:t>
            </a:r>
            <a:r>
              <a:rPr sz="1500" spc="55" dirty="0">
                <a:latin typeface="Arial"/>
                <a:cs typeface="Arial"/>
              </a:rPr>
              <a:t>handles</a:t>
            </a:r>
            <a:r>
              <a:rPr sz="1500" spc="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logic</a:t>
            </a:r>
            <a:endParaRPr sz="1500">
              <a:latin typeface="Arial"/>
              <a:cs typeface="Arial"/>
            </a:endParaRPr>
          </a:p>
          <a:p>
            <a:pPr marL="12700" marR="2962910">
              <a:lnSpc>
                <a:spcPct val="123500"/>
              </a:lnSpc>
              <a:spcBef>
                <a:spcPts val="30"/>
              </a:spcBef>
            </a:pPr>
            <a:r>
              <a:rPr sz="1500" dirty="0">
                <a:latin typeface="Arial"/>
                <a:cs typeface="Arial"/>
              </a:rPr>
              <a:t>User</a:t>
            </a:r>
            <a:r>
              <a:rPr sz="1500" spc="114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-</a:t>
            </a:r>
            <a:r>
              <a:rPr sz="1500" spc="55" dirty="0">
                <a:latin typeface="Arial"/>
                <a:cs typeface="Arial"/>
              </a:rPr>
              <a:t>  </a:t>
            </a:r>
            <a:r>
              <a:rPr sz="1500" spc="80" dirty="0">
                <a:latin typeface="Arial"/>
                <a:cs typeface="Arial"/>
              </a:rPr>
              <a:t>abstract</a:t>
            </a:r>
            <a:r>
              <a:rPr sz="1500" spc="12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base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spc="40" dirty="0">
                <a:latin typeface="Arial"/>
                <a:cs typeface="Arial"/>
              </a:rPr>
              <a:t>class</a:t>
            </a:r>
            <a:r>
              <a:rPr sz="1500" spc="5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Book</a:t>
            </a:r>
            <a:r>
              <a:rPr sz="1500" spc="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-</a:t>
            </a:r>
            <a:r>
              <a:rPr sz="1500" spc="60" dirty="0">
                <a:latin typeface="Arial"/>
                <a:cs typeface="Arial"/>
              </a:rPr>
              <a:t>  stores</a:t>
            </a:r>
            <a:r>
              <a:rPr sz="1500" spc="105" dirty="0">
                <a:latin typeface="Arial"/>
                <a:cs typeface="Arial"/>
              </a:rPr>
              <a:t> </a:t>
            </a:r>
            <a:r>
              <a:rPr sz="1500" spc="85" dirty="0">
                <a:latin typeface="Arial"/>
                <a:cs typeface="Arial"/>
              </a:rPr>
              <a:t>book</a:t>
            </a:r>
            <a:r>
              <a:rPr sz="1500" spc="9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data </a:t>
            </a:r>
            <a:r>
              <a:rPr sz="1500" spc="50" dirty="0">
                <a:latin typeface="Arial"/>
                <a:cs typeface="Arial"/>
              </a:rPr>
              <a:t>Transaction</a:t>
            </a:r>
            <a:r>
              <a:rPr sz="1500" spc="1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-</a:t>
            </a:r>
            <a:r>
              <a:rPr sz="1500" spc="47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tracks</a:t>
            </a:r>
            <a:r>
              <a:rPr sz="1500" spc="8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operations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913" y="4551870"/>
            <a:ext cx="2938780" cy="575945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489"/>
              </a:spcBef>
            </a:pPr>
            <a:r>
              <a:rPr sz="145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Package: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 spc="65" dirty="0">
                <a:latin typeface="Arial"/>
                <a:cs typeface="Arial"/>
              </a:rPr>
              <a:t>com.library </a:t>
            </a:r>
            <a:r>
              <a:rPr sz="1500" spc="80" dirty="0">
                <a:latin typeface="Arial"/>
                <a:cs typeface="Arial"/>
              </a:rPr>
              <a:t>(modular</a:t>
            </a:r>
            <a:r>
              <a:rPr sz="1500" spc="135" dirty="0">
                <a:latin typeface="Arial"/>
                <a:cs typeface="Arial"/>
              </a:rPr>
              <a:t> </a:t>
            </a:r>
            <a:r>
              <a:rPr sz="1500" spc="75" dirty="0">
                <a:latin typeface="Arial"/>
                <a:cs typeface="Arial"/>
              </a:rPr>
              <a:t>structure)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5294" y="4551067"/>
            <a:ext cx="842644" cy="301625"/>
          </a:xfrm>
          <a:prstGeom prst="rect">
            <a:avLst/>
          </a:prstGeom>
          <a:solidFill>
            <a:srgbClr val="464646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50" b="1" spc="370" dirty="0">
                <a:solidFill>
                  <a:srgbClr val="FDFDFD"/>
                </a:solidFill>
                <a:latin typeface="Arial"/>
                <a:cs typeface="Arial"/>
              </a:rPr>
              <a:t>BOOK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75339" y="4458165"/>
            <a:ext cx="732155" cy="492759"/>
          </a:xfrm>
          <a:prstGeom prst="rect">
            <a:avLst/>
          </a:prstGeom>
          <a:solidFill>
            <a:srgbClr val="464646"/>
          </a:solidFill>
        </p:spPr>
        <p:txBody>
          <a:bodyPr vert="horz" wrap="square" lIns="0" tIns="571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r>
              <a:rPr sz="2000" b="1" spc="190" dirty="0">
                <a:solidFill>
                  <a:srgbClr val="FDFDFD"/>
                </a:solidFill>
                <a:latin typeface="Courier New"/>
                <a:cs typeface="Courier New"/>
              </a:rPr>
              <a:t>USER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85645" y="4553811"/>
            <a:ext cx="1961514" cy="283210"/>
          </a:xfrm>
          <a:prstGeom prst="rect">
            <a:avLst/>
          </a:prstGeom>
          <a:solidFill>
            <a:srgbClr val="464646"/>
          </a:solidFill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550" b="1" spc="350" dirty="0">
                <a:solidFill>
                  <a:srgbClr val="FDFDFD"/>
                </a:solidFill>
                <a:latin typeface="Arial"/>
                <a:cs typeface="Arial"/>
              </a:rPr>
              <a:t>TRANSACTION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892" y="1330929"/>
            <a:ext cx="3124200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90" dirty="0">
                <a:solidFill>
                  <a:srgbClr val="010101"/>
                </a:solidFill>
              </a:rPr>
              <a:t>OOP</a:t>
            </a:r>
            <a:r>
              <a:rPr spc="-70" dirty="0">
                <a:solidFill>
                  <a:srgbClr val="010101"/>
                </a:solidFill>
              </a:rPr>
              <a:t> </a:t>
            </a:r>
            <a:r>
              <a:rPr spc="130" dirty="0">
                <a:solidFill>
                  <a:srgbClr val="010101"/>
                </a:solidFill>
              </a:rPr>
              <a:t>Concepts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500"/>
              </a:spcBef>
            </a:pPr>
            <a:r>
              <a:rPr spc="-10" dirty="0"/>
              <a:t>Abstraction</a:t>
            </a:r>
          </a:p>
          <a:p>
            <a:pPr marL="12700" marR="318135" indent="6350">
              <a:lnSpc>
                <a:spcPts val="2140"/>
              </a:lnSpc>
              <a:spcBef>
                <a:spcPts val="90"/>
              </a:spcBef>
            </a:pPr>
            <a:r>
              <a:rPr u="none" dirty="0"/>
              <a:t>&gt;Implemented</a:t>
            </a:r>
            <a:r>
              <a:rPr u="none" spc="235" dirty="0"/>
              <a:t> </a:t>
            </a:r>
            <a:r>
              <a:rPr u="none" dirty="0"/>
              <a:t>using</a:t>
            </a:r>
            <a:r>
              <a:rPr u="none" spc="65" dirty="0"/>
              <a:t> </a:t>
            </a:r>
            <a:r>
              <a:rPr u="none" dirty="0"/>
              <a:t>abstract</a:t>
            </a:r>
            <a:r>
              <a:rPr u="none" spc="225" dirty="0"/>
              <a:t> </a:t>
            </a:r>
            <a:r>
              <a:rPr u="none" dirty="0"/>
              <a:t>User</a:t>
            </a:r>
            <a:r>
              <a:rPr u="none" spc="175" dirty="0"/>
              <a:t> </a:t>
            </a:r>
            <a:r>
              <a:rPr u="none" dirty="0"/>
              <a:t>class</a:t>
            </a:r>
            <a:r>
              <a:rPr u="none" spc="135" dirty="0"/>
              <a:t> </a:t>
            </a:r>
            <a:r>
              <a:rPr u="none" spc="-10" dirty="0"/>
              <a:t>defining </a:t>
            </a:r>
            <a:r>
              <a:rPr u="none" spc="50" dirty="0"/>
              <a:t>common</a:t>
            </a:r>
            <a:r>
              <a:rPr u="none" spc="60" dirty="0"/>
              <a:t> </a:t>
            </a:r>
            <a:r>
              <a:rPr u="none" spc="-10" dirty="0"/>
              <a:t>behavio</a:t>
            </a:r>
            <a:r>
              <a:rPr u="none" spc="-10" dirty="0">
                <a:solidFill>
                  <a:srgbClr val="282624"/>
                </a:solidFill>
              </a:rPr>
              <a:t>r</a:t>
            </a:r>
          </a:p>
          <a:p>
            <a:pPr>
              <a:lnSpc>
                <a:spcPct val="100000"/>
              </a:lnSpc>
            </a:pPr>
            <a:endParaRPr sz="2100"/>
          </a:p>
          <a:p>
            <a:pPr marL="14604">
              <a:lnSpc>
                <a:spcPct val="100000"/>
              </a:lnSpc>
            </a:pPr>
            <a:r>
              <a:rPr spc="-10" dirty="0"/>
              <a:t>Inheritance</a:t>
            </a:r>
          </a:p>
          <a:p>
            <a:pPr marL="15875" marR="120014" indent="2540">
              <a:lnSpc>
                <a:spcPts val="2140"/>
              </a:lnSpc>
              <a:spcBef>
                <a:spcPts val="120"/>
              </a:spcBef>
            </a:pPr>
            <a:r>
              <a:rPr u="none" dirty="0"/>
              <a:t>&gt;Student</a:t>
            </a:r>
            <a:r>
              <a:rPr u="none" spc="150" dirty="0"/>
              <a:t> </a:t>
            </a:r>
            <a:r>
              <a:rPr u="none" dirty="0"/>
              <a:t>and</a:t>
            </a:r>
            <a:r>
              <a:rPr u="none" spc="40" dirty="0"/>
              <a:t> </a:t>
            </a:r>
            <a:r>
              <a:rPr u="none" dirty="0"/>
              <a:t>Librarian</a:t>
            </a:r>
            <a:r>
              <a:rPr u="none" spc="150" dirty="0"/>
              <a:t> </a:t>
            </a:r>
            <a:r>
              <a:rPr u="none" dirty="0"/>
              <a:t>classes</a:t>
            </a:r>
            <a:r>
              <a:rPr u="none" spc="170" dirty="0"/>
              <a:t> </a:t>
            </a:r>
            <a:r>
              <a:rPr u="none" dirty="0"/>
              <a:t>extend</a:t>
            </a:r>
            <a:r>
              <a:rPr u="none" spc="110" dirty="0"/>
              <a:t> </a:t>
            </a:r>
            <a:r>
              <a:rPr u="none" dirty="0"/>
              <a:t>User</a:t>
            </a:r>
            <a:r>
              <a:rPr u="none" spc="80" dirty="0"/>
              <a:t> </a:t>
            </a:r>
            <a:r>
              <a:rPr u="none" dirty="0"/>
              <a:t>for</a:t>
            </a:r>
            <a:r>
              <a:rPr u="none" spc="135" dirty="0"/>
              <a:t> </a:t>
            </a:r>
            <a:r>
              <a:rPr u="none" spc="-20" dirty="0"/>
              <a:t>role </a:t>
            </a:r>
            <a:r>
              <a:rPr u="none" spc="-10" dirty="0"/>
              <a:t>specialization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00"/>
          </a:p>
          <a:p>
            <a:pPr marL="13970">
              <a:lnSpc>
                <a:spcPct val="100000"/>
              </a:lnSpc>
            </a:pPr>
            <a:r>
              <a:rPr spc="-30" dirty="0"/>
              <a:t>PolY.moq</a:t>
            </a:r>
            <a:r>
              <a:rPr spc="-20" dirty="0"/>
              <a:t> hism</a:t>
            </a:r>
          </a:p>
          <a:p>
            <a:pPr marL="13335" marR="139065" indent="5080">
              <a:lnSpc>
                <a:spcPts val="2140"/>
              </a:lnSpc>
              <a:spcBef>
                <a:spcPts val="90"/>
              </a:spcBef>
            </a:pPr>
            <a:r>
              <a:rPr u="none" dirty="0"/>
              <a:t>&gt;getMaxBorrowlimit()</a:t>
            </a:r>
            <a:r>
              <a:rPr u="none" spc="265" dirty="0"/>
              <a:t> </a:t>
            </a:r>
            <a:r>
              <a:rPr u="none" dirty="0"/>
              <a:t>overridden</a:t>
            </a:r>
            <a:r>
              <a:rPr u="none" spc="440" dirty="0"/>
              <a:t> </a:t>
            </a:r>
            <a:r>
              <a:rPr u="none" dirty="0"/>
              <a:t>for</a:t>
            </a:r>
            <a:r>
              <a:rPr u="none" spc="340" dirty="0"/>
              <a:t> </a:t>
            </a:r>
            <a:r>
              <a:rPr u="none" dirty="0"/>
              <a:t>different</a:t>
            </a:r>
            <a:r>
              <a:rPr u="none" spc="395" dirty="0"/>
              <a:t> </a:t>
            </a:r>
            <a:r>
              <a:rPr u="none" spc="-20" dirty="0"/>
              <a:t>user </a:t>
            </a:r>
            <a:r>
              <a:rPr u="none" spc="45" dirty="0"/>
              <a:t>types</a:t>
            </a:r>
          </a:p>
          <a:p>
            <a:pPr>
              <a:lnSpc>
                <a:spcPct val="100000"/>
              </a:lnSpc>
            </a:pPr>
            <a:endParaRPr sz="2100"/>
          </a:p>
          <a:p>
            <a:pPr marL="13970">
              <a:lnSpc>
                <a:spcPct val="100000"/>
              </a:lnSpc>
            </a:pPr>
            <a:r>
              <a:rPr spc="-10" dirty="0"/>
              <a:t>EncaQsulation</a:t>
            </a:r>
          </a:p>
          <a:p>
            <a:pPr marL="12700" marR="5080" indent="5715">
              <a:lnSpc>
                <a:spcPct val="123900"/>
              </a:lnSpc>
              <a:spcBef>
                <a:spcPts val="60"/>
              </a:spcBef>
            </a:pPr>
            <a:r>
              <a:rPr u="none" dirty="0"/>
              <a:t>&gt;Private</a:t>
            </a:r>
            <a:r>
              <a:rPr u="none" spc="95" dirty="0"/>
              <a:t> </a:t>
            </a:r>
            <a:r>
              <a:rPr u="none" dirty="0"/>
              <a:t>fields</a:t>
            </a:r>
            <a:r>
              <a:rPr u="none" spc="95" dirty="0"/>
              <a:t> </a:t>
            </a:r>
            <a:r>
              <a:rPr u="none" dirty="0"/>
              <a:t>with</a:t>
            </a:r>
            <a:r>
              <a:rPr u="none" spc="20" dirty="0"/>
              <a:t> </a:t>
            </a:r>
            <a:r>
              <a:rPr u="none" spc="50" dirty="0"/>
              <a:t>getters/setters</a:t>
            </a:r>
            <a:r>
              <a:rPr u="none" spc="-65" dirty="0"/>
              <a:t> </a:t>
            </a:r>
            <a:r>
              <a:rPr u="none" dirty="0"/>
              <a:t>ensure</a:t>
            </a:r>
            <a:r>
              <a:rPr u="none" spc="110" dirty="0"/>
              <a:t> </a:t>
            </a:r>
            <a:r>
              <a:rPr u="none" spc="-10" dirty="0"/>
              <a:t>controlled </a:t>
            </a:r>
            <a:r>
              <a:rPr u="none" spc="50" dirty="0"/>
              <a:t>data</a:t>
            </a:r>
            <a:r>
              <a:rPr u="none" spc="55" dirty="0"/>
              <a:t> </a:t>
            </a:r>
            <a:r>
              <a:rPr u="none" spc="-10" dirty="0"/>
              <a:t>access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46124" y="1732157"/>
            <a:ext cx="1953260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" spc="-20" dirty="0">
                <a:solidFill>
                  <a:srgbClr val="AFAFAF"/>
                </a:solidFill>
                <a:latin typeface="Arial"/>
                <a:cs typeface="Arial"/>
              </a:rPr>
              <a:t>&gt;rary-iava-app</a:t>
            </a:r>
            <a:r>
              <a:rPr sz="650" spc="-45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000" spc="-190" dirty="0">
                <a:solidFill>
                  <a:srgbClr val="AFAFAF"/>
                </a:solidFill>
                <a:latin typeface="Arial"/>
                <a:cs typeface="Arial"/>
              </a:rPr>
              <a:t>&gt;</a:t>
            </a:r>
            <a:r>
              <a:rPr sz="1000" spc="-114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AFAFAF"/>
                </a:solidFill>
                <a:latin typeface="Arial"/>
                <a:cs typeface="Arial"/>
              </a:rPr>
              <a:t>src</a:t>
            </a:r>
            <a:r>
              <a:rPr sz="650" spc="-20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000" spc="-190" dirty="0">
                <a:solidFill>
                  <a:srgbClr val="AFAFAF"/>
                </a:solidFill>
                <a:latin typeface="Arial"/>
                <a:cs typeface="Arial"/>
              </a:rPr>
              <a:t>&gt;</a:t>
            </a:r>
            <a:r>
              <a:rPr sz="1000" spc="-150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AFAFAF"/>
                </a:solidFill>
                <a:latin typeface="Arial"/>
                <a:cs typeface="Arial"/>
              </a:rPr>
              <a:t>com</a:t>
            </a:r>
            <a:r>
              <a:rPr sz="650" spc="5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000" spc="-225" dirty="0">
                <a:solidFill>
                  <a:srgbClr val="AFAFAF"/>
                </a:solidFill>
                <a:latin typeface="Arial"/>
                <a:cs typeface="Arial"/>
              </a:rPr>
              <a:t>&gt;</a:t>
            </a:r>
            <a:r>
              <a:rPr sz="1000" spc="-100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AFAFAF"/>
                </a:solidFill>
                <a:latin typeface="Arial"/>
                <a:cs typeface="Arial"/>
              </a:rPr>
              <a:t>library</a:t>
            </a:r>
            <a:r>
              <a:rPr sz="650" spc="20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000" spc="-65" dirty="0">
                <a:solidFill>
                  <a:srgbClr val="AFAFAF"/>
                </a:solidFill>
                <a:latin typeface="Arial"/>
                <a:cs typeface="Arial"/>
              </a:rPr>
              <a:t>&gt;</a:t>
            </a:r>
            <a:r>
              <a:rPr sz="1000" spc="135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75757"/>
                </a:solidFill>
                <a:latin typeface="Times New Roman"/>
                <a:cs typeface="Times New Roman"/>
              </a:rPr>
              <a:t>J</a:t>
            </a:r>
            <a:r>
              <a:rPr sz="800" spc="340" dirty="0">
                <a:solidFill>
                  <a:srgbClr val="A75757"/>
                </a:solidFill>
                <a:latin typeface="Times New Roman"/>
                <a:cs typeface="Times New Roman"/>
              </a:rPr>
              <a:t> </a:t>
            </a:r>
            <a:r>
              <a:rPr sz="650" spc="-25" dirty="0">
                <a:solidFill>
                  <a:srgbClr val="959595"/>
                </a:solidFill>
                <a:latin typeface="Arial"/>
                <a:cs typeface="Arial"/>
              </a:rPr>
              <a:t>Library.Java</a:t>
            </a:r>
            <a:endParaRPr sz="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5653" y="2010086"/>
            <a:ext cx="14420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75" spc="-142" baseline="-18518" dirty="0">
                <a:solidFill>
                  <a:srgbClr val="AFAFAF"/>
                </a:solidFill>
                <a:latin typeface="Arial"/>
                <a:cs typeface="Arial"/>
              </a:rPr>
              <a:t>t</a:t>
            </a:r>
            <a:r>
              <a:rPr sz="2475" spc="-142" baseline="-18518" dirty="0">
                <a:solidFill>
                  <a:srgbClr val="977562"/>
                </a:solidFill>
                <a:latin typeface="Arial"/>
                <a:cs typeface="Arial"/>
              </a:rPr>
              <a:t>]</a:t>
            </a:r>
            <a:r>
              <a:rPr sz="850" spc="-95" dirty="0">
                <a:solidFill>
                  <a:srgbClr val="3F3DC1"/>
                </a:solidFill>
                <a:latin typeface="Courier New"/>
                <a:cs typeface="Courier New"/>
              </a:rPr>
              <a:t>f</a:t>
            </a:r>
            <a:r>
              <a:rPr sz="850" spc="-95" dirty="0">
                <a:solidFill>
                  <a:srgbClr val="5456CF"/>
                </a:solidFill>
                <a:latin typeface="Courier New"/>
                <a:cs typeface="Courier New"/>
              </a:rPr>
              <a:t>o</a:t>
            </a:r>
            <a:r>
              <a:rPr sz="850" spc="-95" dirty="0">
                <a:solidFill>
                  <a:srgbClr val="3F3DC1"/>
                </a:solidFill>
                <a:latin typeface="Courier New"/>
                <a:cs typeface="Courier New"/>
              </a:rPr>
              <a:t>r</a:t>
            </a:r>
            <a:r>
              <a:rPr sz="850" spc="-405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A58C7C"/>
                </a:solidFill>
                <a:latin typeface="Courier New"/>
                <a:cs typeface="Courier New"/>
              </a:rPr>
              <a:t>(</a:t>
            </a:r>
            <a:r>
              <a:rPr sz="850" spc="-50" dirty="0">
                <a:solidFill>
                  <a:srgbClr val="5456CF"/>
                </a:solidFill>
                <a:latin typeface="Courier New"/>
                <a:cs typeface="Courier New"/>
              </a:rPr>
              <a:t>Us</a:t>
            </a:r>
            <a:r>
              <a:rPr sz="850" spc="-50" dirty="0">
                <a:solidFill>
                  <a:srgbClr val="3F3DC1"/>
                </a:solidFill>
                <a:latin typeface="Courier New"/>
                <a:cs typeface="Courier New"/>
              </a:rPr>
              <a:t>e</a:t>
            </a:r>
            <a:r>
              <a:rPr sz="850" spc="-50" dirty="0">
                <a:solidFill>
                  <a:srgbClr val="5456CF"/>
                </a:solidFill>
                <a:latin typeface="Courier New"/>
                <a:cs typeface="Courier New"/>
              </a:rPr>
              <a:t>r</a:t>
            </a:r>
            <a:r>
              <a:rPr sz="850" spc="-220" dirty="0">
                <a:solidFill>
                  <a:srgbClr val="5456CF"/>
                </a:solidFill>
                <a:latin typeface="Courier New"/>
                <a:cs typeface="Courier New"/>
              </a:rPr>
              <a:t> </a:t>
            </a:r>
            <a:r>
              <a:rPr sz="850" spc="-114" dirty="0">
                <a:solidFill>
                  <a:srgbClr val="494949"/>
                </a:solidFill>
                <a:latin typeface="Courier New"/>
                <a:cs typeface="Courier New"/>
              </a:rPr>
              <a:t>user</a:t>
            </a:r>
            <a:r>
              <a:rPr sz="850" spc="-105" dirty="0">
                <a:solidFill>
                  <a:srgbClr val="494949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5456CF"/>
                </a:solidFill>
                <a:latin typeface="Courier New"/>
                <a:cs typeface="Courier New"/>
              </a:rPr>
              <a:t>:</a:t>
            </a:r>
            <a:r>
              <a:rPr sz="850" spc="-114" dirty="0">
                <a:solidFill>
                  <a:srgbClr val="5456CF"/>
                </a:solidFill>
                <a:latin typeface="Courier New"/>
                <a:cs typeface="Courier New"/>
              </a:rPr>
              <a:t> </a:t>
            </a:r>
            <a:r>
              <a:rPr sz="850" spc="-80" dirty="0">
                <a:solidFill>
                  <a:srgbClr val="575757"/>
                </a:solidFill>
                <a:latin typeface="Courier New"/>
                <a:cs typeface="Courier New"/>
              </a:rPr>
              <a:t>users</a:t>
            </a:r>
            <a:r>
              <a:rPr sz="850" spc="-80" dirty="0">
                <a:solidFill>
                  <a:srgbClr val="977562"/>
                </a:solidFill>
                <a:latin typeface="Courier New"/>
                <a:cs typeface="Courier New"/>
              </a:rPr>
              <a:t>)</a:t>
            </a:r>
            <a:r>
              <a:rPr sz="850" spc="-405" dirty="0">
                <a:solidFill>
                  <a:srgbClr val="977562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977562"/>
                </a:solidFill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46469" y="2240928"/>
            <a:ext cx="199136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" b="1" dirty="0">
                <a:solidFill>
                  <a:srgbClr val="3F3DC1"/>
                </a:solidFill>
                <a:latin typeface="Arial"/>
                <a:cs typeface="Arial"/>
              </a:rPr>
              <a:t>..LI</a:t>
            </a:r>
            <a:r>
              <a:rPr sz="400" b="1" spc="235" dirty="0">
                <a:solidFill>
                  <a:srgbClr val="3F3DC1"/>
                </a:solidFill>
                <a:latin typeface="Arial"/>
                <a:cs typeface="Arial"/>
              </a:rPr>
              <a:t>  </a:t>
            </a:r>
            <a:r>
              <a:rPr sz="400" b="1" spc="80" dirty="0">
                <a:solidFill>
                  <a:srgbClr val="5D75D6"/>
                </a:solidFill>
                <a:latin typeface="Arial"/>
                <a:cs typeface="Arial"/>
              </a:rPr>
              <a:t>\</a:t>
            </a:r>
            <a:r>
              <a:rPr sz="400" b="1" spc="80" dirty="0">
                <a:solidFill>
                  <a:srgbClr val="575757"/>
                </a:solidFill>
                <a:latin typeface="Arial"/>
                <a:cs typeface="Arial"/>
              </a:rPr>
              <a:t>U::tc1 </a:t>
            </a:r>
            <a:r>
              <a:rPr sz="400" b="1" spc="70" dirty="0">
                <a:solidFill>
                  <a:srgbClr val="575757"/>
                </a:solidFill>
                <a:latin typeface="Arial"/>
                <a:cs typeface="Arial"/>
              </a:rPr>
              <a:t>.</a:t>
            </a:r>
            <a:r>
              <a:rPr sz="400" b="1" spc="70" dirty="0">
                <a:solidFill>
                  <a:srgbClr val="3A3A3A"/>
                </a:solidFill>
                <a:latin typeface="Arial"/>
                <a:cs typeface="Arial"/>
              </a:rPr>
              <a:t>y</a:t>
            </a:r>
            <a:r>
              <a:rPr sz="400" b="1" spc="70" dirty="0">
                <a:solidFill>
                  <a:srgbClr val="575757"/>
                </a:solidFill>
                <a:latin typeface="Arial"/>
                <a:cs typeface="Arial"/>
              </a:rPr>
              <a:t>ct..</a:t>
            </a:r>
            <a:r>
              <a:rPr sz="400" b="1" spc="70" dirty="0">
                <a:solidFill>
                  <a:srgbClr val="282624"/>
                </a:solidFill>
                <a:latin typeface="Arial"/>
                <a:cs typeface="Arial"/>
              </a:rPr>
              <a:t>..L</a:t>
            </a:r>
            <a:r>
              <a:rPr sz="400" b="1" spc="70" dirty="0">
                <a:solidFill>
                  <a:srgbClr val="494949"/>
                </a:solidFill>
                <a:latin typeface="Arial"/>
                <a:cs typeface="Arial"/>
              </a:rPr>
              <a:t>U</a:t>
            </a:r>
            <a:r>
              <a:rPr sz="400" b="1" spc="70" dirty="0">
                <a:solidFill>
                  <a:srgbClr val="75A875"/>
                </a:solidFill>
                <a:latin typeface="Arial"/>
                <a:cs typeface="Arial"/>
              </a:rPr>
              <a:t>\</a:t>
            </a:r>
            <a:r>
              <a:rPr sz="400" b="1" spc="185" dirty="0">
                <a:solidFill>
                  <a:srgbClr val="75A875"/>
                </a:solidFill>
                <a:latin typeface="Arial"/>
                <a:cs typeface="Arial"/>
              </a:rPr>
              <a:t> </a:t>
            </a:r>
            <a:r>
              <a:rPr sz="400" b="1" i="1" dirty="0">
                <a:solidFill>
                  <a:srgbClr val="75A875"/>
                </a:solidFill>
                <a:latin typeface="Arial"/>
                <a:cs typeface="Arial"/>
              </a:rPr>
              <a:t>J</a:t>
            </a:r>
            <a:r>
              <a:rPr sz="400" b="1" i="1" spc="150" dirty="0">
                <a:solidFill>
                  <a:srgbClr val="75A875"/>
                </a:solidFill>
                <a:latin typeface="Arial"/>
                <a:cs typeface="Arial"/>
              </a:rPr>
              <a:t> </a:t>
            </a:r>
            <a:r>
              <a:rPr sz="400" b="1" spc="60" dirty="0">
                <a:solidFill>
                  <a:srgbClr val="494949"/>
                </a:solidFill>
                <a:latin typeface="Arial"/>
                <a:cs typeface="Arial"/>
              </a:rPr>
              <a:t>.c"4ua\..;)..1.y</a:t>
            </a:r>
            <a:r>
              <a:rPr sz="400" b="1" spc="60" dirty="0">
                <a:solidFill>
                  <a:srgbClr val="727272"/>
                </a:solidFill>
                <a:latin typeface="Arial"/>
                <a:cs typeface="Arial"/>
              </a:rPr>
              <a:t>1</a:t>
            </a:r>
            <a:r>
              <a:rPr sz="400" b="1" spc="60" dirty="0">
                <a:solidFill>
                  <a:srgbClr val="494949"/>
                </a:solidFill>
                <a:latin typeface="Arial"/>
                <a:cs typeface="Arial"/>
              </a:rPr>
              <a:t>1u1c\..a::.c</a:t>
            </a:r>
            <a:r>
              <a:rPr sz="400" b="1" spc="60" dirty="0">
                <a:solidFill>
                  <a:srgbClr val="89B589"/>
                </a:solidFill>
                <a:latin typeface="Arial"/>
                <a:cs typeface="Arial"/>
              </a:rPr>
              <a:t>\</a:t>
            </a:r>
            <a:r>
              <a:rPr sz="400" b="1" spc="60" dirty="0">
                <a:solidFill>
                  <a:srgbClr val="494949"/>
                </a:solidFill>
                <a:latin typeface="Arial"/>
                <a:cs typeface="Arial"/>
              </a:rPr>
              <a:t>..LU</a:t>
            </a:r>
            <a:r>
              <a:rPr sz="400" b="1" spc="60" dirty="0">
                <a:solidFill>
                  <a:srgbClr val="75A875"/>
                </a:solidFill>
                <a:latin typeface="Arial"/>
                <a:cs typeface="Arial"/>
              </a:rPr>
              <a:t>/</a:t>
            </a:r>
            <a:r>
              <a:rPr sz="400" b="1" spc="60" dirty="0">
                <a:solidFill>
                  <a:srgbClr val="5D75D6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1141" y="2412182"/>
            <a:ext cx="67310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25" dirty="0">
                <a:solidFill>
                  <a:srgbClr val="3F3DC1"/>
                </a:solidFill>
                <a:latin typeface="Courier New"/>
                <a:cs typeface="Courier New"/>
              </a:rPr>
              <a:t>return</a:t>
            </a:r>
            <a:r>
              <a:rPr sz="850" spc="-2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3F3DC1"/>
                </a:solidFill>
                <a:latin typeface="Courier New"/>
                <a:cs typeface="Courier New"/>
              </a:rPr>
              <a:t>n</a:t>
            </a:r>
            <a:r>
              <a:rPr sz="850" spc="-50" dirty="0">
                <a:solidFill>
                  <a:srgbClr val="5456CF"/>
                </a:solidFill>
                <a:latin typeface="Courier New"/>
                <a:cs typeface="Courier New"/>
              </a:rPr>
              <a:t>ul</a:t>
            </a:r>
            <a:r>
              <a:rPr sz="850" spc="-50" dirty="0">
                <a:solidFill>
                  <a:srgbClr val="3F3DC1"/>
                </a:solidFill>
                <a:latin typeface="Courier New"/>
                <a:cs typeface="Courier New"/>
              </a:rPr>
              <a:t>l</a:t>
            </a:r>
            <a:r>
              <a:rPr sz="850" spc="-50" dirty="0">
                <a:solidFill>
                  <a:srgbClr val="575757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1676" y="2240160"/>
            <a:ext cx="59563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dirty="0">
                <a:solidFill>
                  <a:srgbClr val="5456CF"/>
                </a:solidFill>
                <a:latin typeface="Arial"/>
                <a:cs typeface="Arial"/>
              </a:rPr>
              <a:t>I</a:t>
            </a:r>
            <a:r>
              <a:rPr sz="300" b="1" spc="185" dirty="0">
                <a:solidFill>
                  <a:srgbClr val="5456CF"/>
                </a:solidFill>
                <a:latin typeface="Arial"/>
                <a:cs typeface="Arial"/>
              </a:rPr>
              <a:t> </a:t>
            </a:r>
            <a:r>
              <a:rPr sz="300" b="1" spc="100" dirty="0">
                <a:solidFill>
                  <a:srgbClr val="5456CF"/>
                </a:solidFill>
                <a:latin typeface="Arial"/>
                <a:cs typeface="Arial"/>
              </a:rPr>
              <a:t>C</a:t>
            </a:r>
            <a:r>
              <a:rPr sz="300" b="1" spc="100" dirty="0">
                <a:solidFill>
                  <a:srgbClr val="3F3DC1"/>
                </a:solidFill>
                <a:latin typeface="Arial"/>
                <a:cs typeface="Arial"/>
              </a:rPr>
              <a:t>l..U</a:t>
            </a:r>
            <a:r>
              <a:rPr sz="300" b="1" spc="100" dirty="0">
                <a:solidFill>
                  <a:srgbClr val="5456CF"/>
                </a:solidFill>
                <a:latin typeface="Arial"/>
                <a:cs typeface="Arial"/>
              </a:rPr>
              <a:t>I</a:t>
            </a:r>
            <a:r>
              <a:rPr sz="300" b="1" spc="155" dirty="0">
                <a:solidFill>
                  <a:srgbClr val="5456CF"/>
                </a:solidFill>
                <a:latin typeface="Arial"/>
                <a:cs typeface="Arial"/>
              </a:rPr>
              <a:t> </a:t>
            </a:r>
            <a:r>
              <a:rPr sz="300" b="1" spc="60" dirty="0">
                <a:solidFill>
                  <a:srgbClr val="5456CF"/>
                </a:solidFill>
                <a:latin typeface="Arial"/>
                <a:cs typeface="Arial"/>
              </a:rPr>
              <a:t>II</a:t>
            </a:r>
            <a:r>
              <a:rPr sz="300" b="1" spc="465" dirty="0">
                <a:solidFill>
                  <a:srgbClr val="5456CF"/>
                </a:solidFill>
                <a:latin typeface="Arial"/>
                <a:cs typeface="Arial"/>
              </a:rPr>
              <a:t> </a:t>
            </a:r>
            <a:r>
              <a:rPr sz="300" b="1" spc="100" dirty="0">
                <a:solidFill>
                  <a:srgbClr val="494949"/>
                </a:solidFill>
                <a:latin typeface="Arial"/>
                <a:cs typeface="Arial"/>
              </a:rPr>
              <a:t>U;:)CI</a:t>
            </a:r>
            <a:r>
              <a:rPr sz="300" b="1" spc="3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350" b="1" spc="-50" dirty="0">
                <a:solidFill>
                  <a:srgbClr val="3A3A3A"/>
                </a:solidFill>
                <a:latin typeface="Arial"/>
                <a:cs typeface="Arial"/>
              </a:rPr>
              <a:t>r</a:t>
            </a:r>
            <a:endParaRPr sz="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34207" y="2552003"/>
            <a:ext cx="5143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0" dirty="0">
                <a:solidFill>
                  <a:srgbClr val="75A875"/>
                </a:solidFill>
                <a:latin typeface="Arial"/>
                <a:cs typeface="Arial"/>
              </a:rPr>
              <a:t>}</a:t>
            </a:r>
            <a:endParaRPr sz="6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33730" y="2762279"/>
            <a:ext cx="2839085" cy="391795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213995" marR="5080" indent="-201930">
              <a:lnSpc>
                <a:spcPts val="930"/>
              </a:lnSpc>
              <a:spcBef>
                <a:spcPts val="209"/>
              </a:spcBef>
              <a:tabLst>
                <a:tab pos="1863725" algn="l"/>
              </a:tabLst>
            </a:pPr>
            <a:r>
              <a:rPr sz="850" spc="-125" dirty="0">
                <a:solidFill>
                  <a:srgbClr val="3F3DC1"/>
                </a:solidFill>
                <a:latin typeface="Courier New"/>
                <a:cs typeface="Courier New"/>
              </a:rPr>
              <a:t>public</a:t>
            </a:r>
            <a:r>
              <a:rPr sz="85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120" dirty="0">
                <a:solidFill>
                  <a:srgbClr val="3F3DC1"/>
                </a:solidFill>
                <a:latin typeface="Courier New"/>
                <a:cs typeface="Courier New"/>
              </a:rPr>
              <a:t>boolean</a:t>
            </a:r>
            <a:r>
              <a:rPr sz="850" spc="-7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563D34"/>
                </a:solidFill>
                <a:latin typeface="Courier New"/>
                <a:cs typeface="Courier New"/>
              </a:rPr>
              <a:t>iss</a:t>
            </a:r>
            <a:r>
              <a:rPr sz="850" spc="-10" dirty="0">
                <a:solidFill>
                  <a:srgbClr val="282624"/>
                </a:solidFill>
                <a:latin typeface="Courier New"/>
                <a:cs typeface="Courier New"/>
              </a:rPr>
              <a:t>u</a:t>
            </a:r>
            <a:r>
              <a:rPr sz="850" spc="-10" dirty="0">
                <a:solidFill>
                  <a:srgbClr val="563D34"/>
                </a:solidFill>
                <a:latin typeface="Courier New"/>
                <a:cs typeface="Courier New"/>
              </a:rPr>
              <a:t>e</a:t>
            </a:r>
            <a:r>
              <a:rPr sz="850" spc="-10" dirty="0">
                <a:solidFill>
                  <a:srgbClr val="282624"/>
                </a:solidFill>
                <a:latin typeface="Courier New"/>
                <a:cs typeface="Courier New"/>
              </a:rPr>
              <a:t>B</a:t>
            </a:r>
            <a:r>
              <a:rPr sz="850" spc="-10" dirty="0">
                <a:solidFill>
                  <a:srgbClr val="563D34"/>
                </a:solidFill>
                <a:latin typeface="Courier New"/>
                <a:cs typeface="Courier New"/>
              </a:rPr>
              <a:t>ook</a:t>
            </a:r>
            <a:r>
              <a:rPr sz="850" spc="-10" dirty="0">
                <a:solidFill>
                  <a:srgbClr val="779554"/>
                </a:solidFill>
                <a:latin typeface="Courier New"/>
                <a:cs typeface="Courier New"/>
              </a:rPr>
              <a:t>(</a:t>
            </a:r>
            <a:r>
              <a:rPr sz="850" spc="-10" dirty="0">
                <a:solidFill>
                  <a:srgbClr val="5B42B3"/>
                </a:solidFill>
                <a:latin typeface="Courier New"/>
                <a:cs typeface="Courier New"/>
              </a:rPr>
              <a:t>S</a:t>
            </a:r>
            <a:r>
              <a:rPr sz="850" spc="-10" dirty="0">
                <a:solidFill>
                  <a:srgbClr val="3F3DC1"/>
                </a:solidFill>
                <a:latin typeface="Courier New"/>
                <a:cs typeface="Courier New"/>
              </a:rPr>
              <a:t>tr</a:t>
            </a:r>
            <a:r>
              <a:rPr sz="850" spc="-10" dirty="0">
                <a:solidFill>
                  <a:srgbClr val="5B42B3"/>
                </a:solidFill>
                <a:latin typeface="Courier New"/>
                <a:cs typeface="Courier New"/>
              </a:rPr>
              <a:t>ing</a:t>
            </a:r>
            <a:r>
              <a:rPr sz="850" dirty="0">
                <a:solidFill>
                  <a:srgbClr val="5B42B3"/>
                </a:solidFill>
                <a:latin typeface="Courier New"/>
                <a:cs typeface="Courier New"/>
              </a:rPr>
              <a:t>	</a:t>
            </a:r>
            <a:r>
              <a:rPr sz="850" dirty="0">
                <a:solidFill>
                  <a:srgbClr val="A58C7C"/>
                </a:solidFill>
                <a:latin typeface="Courier New"/>
                <a:cs typeface="Courier New"/>
              </a:rPr>
              <a:t>:d</a:t>
            </a:r>
            <a:r>
              <a:rPr sz="850" dirty="0">
                <a:solidFill>
                  <a:srgbClr val="563D34"/>
                </a:solidFill>
                <a:latin typeface="Courier New"/>
                <a:cs typeface="Courier New"/>
              </a:rPr>
              <a:t>,</a:t>
            </a:r>
            <a:r>
              <a:rPr sz="850" spc="-365" dirty="0">
                <a:solidFill>
                  <a:srgbClr val="563D34"/>
                </a:solidFill>
                <a:latin typeface="Courier New"/>
                <a:cs typeface="Courier New"/>
              </a:rPr>
              <a:t> </a:t>
            </a:r>
            <a:r>
              <a:rPr sz="850" spc="-114" dirty="0">
                <a:solidFill>
                  <a:srgbClr val="5B42B3"/>
                </a:solidFill>
                <a:latin typeface="Courier New"/>
                <a:cs typeface="Courier New"/>
              </a:rPr>
              <a:t>String</a:t>
            </a:r>
            <a:r>
              <a:rPr sz="850" spc="-210" dirty="0">
                <a:solidFill>
                  <a:srgbClr val="5B42B3"/>
                </a:solidFill>
                <a:latin typeface="Courier New"/>
                <a:cs typeface="Courier New"/>
              </a:rPr>
              <a:t> </a:t>
            </a:r>
            <a:r>
              <a:rPr sz="850" spc="100" dirty="0">
                <a:solidFill>
                  <a:srgbClr val="A58C7C"/>
                </a:solidFill>
                <a:latin typeface="Courier New"/>
                <a:cs typeface="Courier New"/>
              </a:rPr>
              <a:t>sbn</a:t>
            </a:r>
            <a:r>
              <a:rPr sz="850" spc="100" dirty="0">
                <a:solidFill>
                  <a:srgbClr val="779554"/>
                </a:solidFill>
                <a:latin typeface="Courier New"/>
                <a:cs typeface="Courier New"/>
              </a:rPr>
              <a:t>){ </a:t>
            </a:r>
            <a:r>
              <a:rPr sz="850" spc="-65" dirty="0">
                <a:solidFill>
                  <a:srgbClr val="3F3DC1"/>
                </a:solidFill>
                <a:latin typeface="Courier New"/>
                <a:cs typeface="Courier New"/>
              </a:rPr>
              <a:t>U</a:t>
            </a:r>
            <a:r>
              <a:rPr sz="850" spc="-65" dirty="0">
                <a:solidFill>
                  <a:srgbClr val="5456CF"/>
                </a:solidFill>
                <a:latin typeface="Courier New"/>
                <a:cs typeface="Courier New"/>
              </a:rPr>
              <a:t>ser</a:t>
            </a:r>
            <a:r>
              <a:rPr sz="850" spc="-240" dirty="0">
                <a:solidFill>
                  <a:srgbClr val="5456CF"/>
                </a:solidFill>
                <a:latin typeface="Courier New"/>
                <a:cs typeface="Courier New"/>
              </a:rPr>
              <a:t> </a:t>
            </a:r>
            <a:r>
              <a:rPr sz="850" spc="-25" dirty="0">
                <a:solidFill>
                  <a:srgbClr val="494949"/>
                </a:solidFill>
                <a:latin typeface="Courier New"/>
                <a:cs typeface="Courier New"/>
              </a:rPr>
              <a:t>user=</a:t>
            </a:r>
            <a:r>
              <a:rPr sz="850" spc="-145" dirty="0">
                <a:solidFill>
                  <a:srgbClr val="494949"/>
                </a:solidFill>
                <a:latin typeface="Courier New"/>
                <a:cs typeface="Courier New"/>
              </a:rPr>
              <a:t> </a:t>
            </a:r>
            <a:r>
              <a:rPr sz="850" spc="-55" dirty="0">
                <a:solidFill>
                  <a:srgbClr val="282624"/>
                </a:solidFill>
                <a:latin typeface="Courier New"/>
                <a:cs typeface="Courier New"/>
              </a:rPr>
              <a:t>f</a:t>
            </a:r>
            <a:r>
              <a:rPr sz="850" spc="-55" dirty="0">
                <a:solidFill>
                  <a:srgbClr val="494949"/>
                </a:solidFill>
                <a:latin typeface="Courier New"/>
                <a:cs typeface="Courier New"/>
              </a:rPr>
              <a:t>i</a:t>
            </a:r>
            <a:r>
              <a:rPr sz="850" spc="-55" dirty="0">
                <a:solidFill>
                  <a:srgbClr val="282624"/>
                </a:solidFill>
                <a:latin typeface="Courier New"/>
                <a:cs typeface="Courier New"/>
              </a:rPr>
              <a:t>n</a:t>
            </a:r>
            <a:r>
              <a:rPr sz="850" spc="-55" dirty="0">
                <a:solidFill>
                  <a:srgbClr val="494949"/>
                </a:solidFill>
                <a:latin typeface="Courier New"/>
                <a:cs typeface="Courier New"/>
              </a:rPr>
              <a:t>dUser</a:t>
            </a:r>
            <a:r>
              <a:rPr sz="850" spc="-55" dirty="0">
                <a:solidFill>
                  <a:srgbClr val="282624"/>
                </a:solidFill>
                <a:latin typeface="Courier New"/>
                <a:cs typeface="Courier New"/>
              </a:rPr>
              <a:t>B</a:t>
            </a:r>
            <a:r>
              <a:rPr sz="850" spc="-55" dirty="0">
                <a:solidFill>
                  <a:srgbClr val="494949"/>
                </a:solidFill>
                <a:latin typeface="Courier New"/>
                <a:cs typeface="Courier New"/>
              </a:rPr>
              <a:t>yid</a:t>
            </a:r>
            <a:r>
              <a:rPr sz="850" spc="-55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55" dirty="0">
                <a:solidFill>
                  <a:srgbClr val="494949"/>
                </a:solidFill>
                <a:latin typeface="Courier New"/>
                <a:cs typeface="Courier New"/>
              </a:rPr>
              <a:t>userid</a:t>
            </a:r>
            <a:r>
              <a:rPr sz="850" spc="-55" dirty="0">
                <a:solidFill>
                  <a:srgbClr val="977562"/>
                </a:solidFill>
                <a:latin typeface="Courier New"/>
                <a:cs typeface="Courier New"/>
              </a:rPr>
              <a:t>)</a:t>
            </a:r>
            <a:r>
              <a:rPr sz="850" spc="-55" dirty="0">
                <a:solidFill>
                  <a:srgbClr val="3A3A3A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  <a:p>
            <a:pPr marL="217170">
              <a:lnSpc>
                <a:spcPts val="910"/>
              </a:lnSpc>
            </a:pPr>
            <a:r>
              <a:rPr sz="850" spc="-80" dirty="0">
                <a:solidFill>
                  <a:srgbClr val="3F3DC1"/>
                </a:solidFill>
                <a:latin typeface="Courier New"/>
                <a:cs typeface="Courier New"/>
              </a:rPr>
              <a:t>B</a:t>
            </a:r>
            <a:r>
              <a:rPr sz="850" spc="-80" dirty="0">
                <a:solidFill>
                  <a:srgbClr val="5456CF"/>
                </a:solidFill>
                <a:latin typeface="Courier New"/>
                <a:cs typeface="Courier New"/>
              </a:rPr>
              <a:t>ook</a:t>
            </a:r>
            <a:r>
              <a:rPr sz="850" spc="-190" dirty="0">
                <a:solidFill>
                  <a:srgbClr val="5456CF"/>
                </a:solidFill>
                <a:latin typeface="Courier New"/>
                <a:cs typeface="Courier New"/>
              </a:rPr>
              <a:t> </a:t>
            </a:r>
            <a:r>
              <a:rPr sz="850" spc="-30" dirty="0">
                <a:solidFill>
                  <a:srgbClr val="3A3A3A"/>
                </a:solidFill>
                <a:latin typeface="Courier New"/>
                <a:cs typeface="Courier New"/>
              </a:rPr>
              <a:t>book=</a:t>
            </a:r>
            <a:r>
              <a:rPr sz="850" spc="-140" dirty="0">
                <a:solidFill>
                  <a:srgbClr val="3A3A3A"/>
                </a:solidFill>
                <a:latin typeface="Courier New"/>
                <a:cs typeface="Courier New"/>
              </a:rPr>
              <a:t> </a:t>
            </a:r>
            <a:r>
              <a:rPr sz="850" spc="-55" dirty="0">
                <a:solidFill>
                  <a:srgbClr val="282624"/>
                </a:solidFill>
                <a:latin typeface="Courier New"/>
                <a:cs typeface="Courier New"/>
              </a:rPr>
              <a:t>f</a:t>
            </a:r>
            <a:r>
              <a:rPr sz="850" spc="-55" dirty="0">
                <a:solidFill>
                  <a:srgbClr val="494949"/>
                </a:solidFill>
                <a:latin typeface="Courier New"/>
                <a:cs typeface="Courier New"/>
              </a:rPr>
              <a:t>i</a:t>
            </a:r>
            <a:r>
              <a:rPr sz="850" spc="-55" dirty="0">
                <a:solidFill>
                  <a:srgbClr val="282624"/>
                </a:solidFill>
                <a:latin typeface="Courier New"/>
                <a:cs typeface="Courier New"/>
              </a:rPr>
              <a:t>n</a:t>
            </a:r>
            <a:r>
              <a:rPr sz="850" spc="-55" dirty="0">
                <a:solidFill>
                  <a:srgbClr val="494949"/>
                </a:solidFill>
                <a:latin typeface="Courier New"/>
                <a:cs typeface="Courier New"/>
              </a:rPr>
              <a:t>dBookByisbn</a:t>
            </a:r>
            <a:r>
              <a:rPr sz="850" spc="-55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55" dirty="0">
                <a:solidFill>
                  <a:srgbClr val="494949"/>
                </a:solidFill>
                <a:latin typeface="Courier New"/>
                <a:cs typeface="Courier New"/>
              </a:rPr>
              <a:t>isbn</a:t>
            </a:r>
            <a:r>
              <a:rPr sz="850" spc="-55" dirty="0">
                <a:solidFill>
                  <a:srgbClr val="977562"/>
                </a:solidFill>
                <a:latin typeface="Courier New"/>
                <a:cs typeface="Courier New"/>
              </a:rPr>
              <a:t>J</a:t>
            </a:r>
            <a:r>
              <a:rPr sz="850" spc="-55" dirty="0">
                <a:solidFill>
                  <a:srgbClr val="3A3A3A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33028" y="3233839"/>
            <a:ext cx="2604135" cy="38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spc="-25" dirty="0">
                <a:solidFill>
                  <a:srgbClr val="5456CF"/>
                </a:solidFill>
                <a:latin typeface="Courier New"/>
                <a:cs typeface="Courier New"/>
              </a:rPr>
              <a:t>i</a:t>
            </a:r>
            <a:r>
              <a:rPr sz="850" spc="-25" dirty="0">
                <a:solidFill>
                  <a:srgbClr val="3F3DC1"/>
                </a:solidFill>
                <a:latin typeface="Courier New"/>
                <a:cs typeface="Courier New"/>
              </a:rPr>
              <a:t>f</a:t>
            </a:r>
            <a:r>
              <a:rPr sz="850" spc="-375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45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45" dirty="0">
                <a:solidFill>
                  <a:srgbClr val="575757"/>
                </a:solidFill>
                <a:latin typeface="Courier New"/>
                <a:cs typeface="Courier New"/>
              </a:rPr>
              <a:t>use</a:t>
            </a:r>
            <a:r>
              <a:rPr sz="850" spc="-45" dirty="0">
                <a:solidFill>
                  <a:srgbClr val="282624"/>
                </a:solidFill>
                <a:latin typeface="Courier New"/>
                <a:cs typeface="Courier New"/>
              </a:rPr>
              <a:t>r</a:t>
            </a:r>
            <a:r>
              <a:rPr sz="850" spc="-295" dirty="0">
                <a:solidFill>
                  <a:srgbClr val="282624"/>
                </a:solidFill>
                <a:latin typeface="Courier New"/>
                <a:cs typeface="Courier New"/>
              </a:rPr>
              <a:t> </a:t>
            </a:r>
            <a:r>
              <a:rPr sz="850" spc="-70" dirty="0">
                <a:solidFill>
                  <a:srgbClr val="282624"/>
                </a:solidFill>
                <a:latin typeface="Courier New"/>
                <a:cs typeface="Courier New"/>
              </a:rPr>
              <a:t>==</a:t>
            </a:r>
            <a:r>
              <a:rPr sz="850" spc="-90" dirty="0">
                <a:solidFill>
                  <a:srgbClr val="282624"/>
                </a:solidFill>
                <a:latin typeface="Courier New"/>
                <a:cs typeface="Courier New"/>
              </a:rPr>
              <a:t> </a:t>
            </a:r>
            <a:r>
              <a:rPr sz="850" spc="-70" dirty="0">
                <a:solidFill>
                  <a:srgbClr val="3F3DC1"/>
                </a:solidFill>
                <a:latin typeface="Courier New"/>
                <a:cs typeface="Courier New"/>
              </a:rPr>
              <a:t>nu</a:t>
            </a:r>
            <a:r>
              <a:rPr sz="850" spc="-70" dirty="0">
                <a:solidFill>
                  <a:srgbClr val="5456CF"/>
                </a:solidFill>
                <a:latin typeface="Courier New"/>
                <a:cs typeface="Courier New"/>
              </a:rPr>
              <a:t>ll</a:t>
            </a:r>
            <a:r>
              <a:rPr sz="850" spc="-70" dirty="0">
                <a:solidFill>
                  <a:srgbClr val="977562"/>
                </a:solidFill>
                <a:latin typeface="Courier New"/>
                <a:cs typeface="Courier New"/>
              </a:rPr>
              <a:t>)</a:t>
            </a:r>
            <a:r>
              <a:rPr sz="850" spc="-405" dirty="0">
                <a:solidFill>
                  <a:srgbClr val="977562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977562"/>
                </a:solidFill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  <a:p>
            <a:pPr marL="231140" marR="5080" indent="-15240">
              <a:lnSpc>
                <a:spcPts val="930"/>
              </a:lnSpc>
              <a:spcBef>
                <a:spcPts val="50"/>
              </a:spcBef>
            </a:pP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Sys</a:t>
            </a:r>
            <a:r>
              <a:rPr sz="850" spc="-100" dirty="0">
                <a:solidFill>
                  <a:srgbClr val="3A3A3A"/>
                </a:solidFill>
                <a:latin typeface="Courier New"/>
                <a:cs typeface="Courier New"/>
              </a:rPr>
              <a:t>tem.</a:t>
            </a: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o</a:t>
            </a:r>
            <a:r>
              <a:rPr sz="850" spc="-100" dirty="0">
                <a:solidFill>
                  <a:srgbClr val="3A3A3A"/>
                </a:solidFill>
                <a:latin typeface="Courier New"/>
                <a:cs typeface="Courier New"/>
              </a:rPr>
              <a:t>ut.println</a:t>
            </a:r>
            <a:r>
              <a:rPr sz="850" spc="-100" dirty="0">
                <a:solidFill>
                  <a:srgbClr val="5D75D6"/>
                </a:solidFill>
                <a:latin typeface="Courier New"/>
                <a:cs typeface="Courier New"/>
              </a:rPr>
              <a:t>(</a:t>
            </a:r>
            <a:r>
              <a:rPr sz="850" spc="-100" dirty="0">
                <a:solidFill>
                  <a:srgbClr val="B3706E"/>
                </a:solidFill>
                <a:latin typeface="Courier New"/>
                <a:cs typeface="Courier New"/>
              </a:rPr>
              <a:t>"Error:</a:t>
            </a:r>
            <a:r>
              <a:rPr sz="850" spc="-295" dirty="0">
                <a:solidFill>
                  <a:srgbClr val="B3706E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A75757"/>
                </a:solidFill>
                <a:latin typeface="Courier New"/>
                <a:cs typeface="Courier New"/>
              </a:rPr>
              <a:t>User</a:t>
            </a:r>
            <a:r>
              <a:rPr sz="850" spc="-15" dirty="0">
                <a:solidFill>
                  <a:srgbClr val="A75757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A75757"/>
                </a:solidFill>
                <a:latin typeface="Courier New"/>
                <a:cs typeface="Courier New"/>
              </a:rPr>
              <a:t>not</a:t>
            </a:r>
            <a:r>
              <a:rPr sz="850" spc="-35" dirty="0">
                <a:solidFill>
                  <a:srgbClr val="A75757"/>
                </a:solidFill>
                <a:latin typeface="Courier New"/>
                <a:cs typeface="Courier New"/>
              </a:rPr>
              <a:t> </a:t>
            </a:r>
            <a:r>
              <a:rPr sz="850" spc="-70" dirty="0">
                <a:solidFill>
                  <a:srgbClr val="9A3D3D"/>
                </a:solidFill>
                <a:latin typeface="Courier New"/>
                <a:cs typeface="Courier New"/>
              </a:rPr>
              <a:t>f</a:t>
            </a:r>
            <a:r>
              <a:rPr sz="850" spc="-70" dirty="0">
                <a:solidFill>
                  <a:srgbClr val="A75757"/>
                </a:solidFill>
                <a:latin typeface="Courier New"/>
                <a:cs typeface="Courier New"/>
              </a:rPr>
              <a:t>ound."</a:t>
            </a:r>
            <a:r>
              <a:rPr sz="850" spc="-70" dirty="0">
                <a:solidFill>
                  <a:srgbClr val="5D75D6"/>
                </a:solidFill>
                <a:latin typeface="Courier New"/>
                <a:cs typeface="Courier New"/>
              </a:rPr>
              <a:t>)</a:t>
            </a:r>
            <a:r>
              <a:rPr sz="850" spc="-70" dirty="0">
                <a:solidFill>
                  <a:srgbClr val="3A3A3A"/>
                </a:solidFill>
                <a:latin typeface="Courier New"/>
                <a:cs typeface="Courier New"/>
              </a:rPr>
              <a:t>; 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re</a:t>
            </a:r>
            <a:r>
              <a:rPr sz="850" spc="-75" dirty="0">
                <a:solidFill>
                  <a:srgbClr val="2323B3"/>
                </a:solidFill>
                <a:latin typeface="Courier New"/>
                <a:cs typeface="Courier New"/>
              </a:rPr>
              <a:t>t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u</a:t>
            </a:r>
            <a:r>
              <a:rPr sz="850" spc="-75" dirty="0">
                <a:solidFill>
                  <a:srgbClr val="5456CF"/>
                </a:solidFill>
                <a:latin typeface="Courier New"/>
                <a:cs typeface="Courier New"/>
              </a:rPr>
              <a:t>rn</a:t>
            </a:r>
            <a:r>
              <a:rPr sz="850" spc="-350" dirty="0">
                <a:solidFill>
                  <a:srgbClr val="5456CF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5456CF"/>
                </a:solidFill>
                <a:latin typeface="Courier New"/>
                <a:cs typeface="Courier New"/>
              </a:rPr>
              <a:t>false</a:t>
            </a:r>
            <a:r>
              <a:rPr sz="850" spc="-10" dirty="0">
                <a:solidFill>
                  <a:srgbClr val="3A3A3A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33028" y="3701825"/>
            <a:ext cx="26041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75"/>
              </a:lnSpc>
              <a:spcBef>
                <a:spcPts val="100"/>
              </a:spcBef>
            </a:pPr>
            <a:r>
              <a:rPr sz="850" spc="-95" dirty="0">
                <a:solidFill>
                  <a:srgbClr val="5456CF"/>
                </a:solidFill>
                <a:latin typeface="Courier New"/>
                <a:cs typeface="Courier New"/>
              </a:rPr>
              <a:t>if</a:t>
            </a:r>
            <a:r>
              <a:rPr sz="850" spc="-210" dirty="0">
                <a:solidFill>
                  <a:srgbClr val="5456CF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50" dirty="0">
                <a:solidFill>
                  <a:srgbClr val="575757"/>
                </a:solidFill>
                <a:latin typeface="Courier New"/>
                <a:cs typeface="Courier New"/>
              </a:rPr>
              <a:t>book</a:t>
            </a:r>
            <a:r>
              <a:rPr sz="850" spc="-270" dirty="0">
                <a:solidFill>
                  <a:srgbClr val="575757"/>
                </a:solidFill>
                <a:latin typeface="Courier New"/>
                <a:cs typeface="Courier New"/>
              </a:rPr>
              <a:t> </a:t>
            </a:r>
            <a:r>
              <a:rPr sz="850" spc="-70" dirty="0">
                <a:solidFill>
                  <a:srgbClr val="3A3A3A"/>
                </a:solidFill>
                <a:latin typeface="Courier New"/>
                <a:cs typeface="Courier New"/>
              </a:rPr>
              <a:t>==</a:t>
            </a:r>
            <a:r>
              <a:rPr sz="850" spc="-105" dirty="0">
                <a:solidFill>
                  <a:srgbClr val="3A3A3A"/>
                </a:solidFill>
                <a:latin typeface="Courier New"/>
                <a:cs typeface="Courier New"/>
              </a:rPr>
              <a:t> </a:t>
            </a:r>
            <a:r>
              <a:rPr sz="850" spc="-70" dirty="0">
                <a:solidFill>
                  <a:srgbClr val="5456CF"/>
                </a:solidFill>
                <a:latin typeface="Courier New"/>
                <a:cs typeface="Courier New"/>
              </a:rPr>
              <a:t>n</a:t>
            </a:r>
            <a:r>
              <a:rPr sz="850" spc="-70" dirty="0">
                <a:solidFill>
                  <a:srgbClr val="3F3DC1"/>
                </a:solidFill>
                <a:latin typeface="Courier New"/>
                <a:cs typeface="Courier New"/>
              </a:rPr>
              <a:t>u</a:t>
            </a:r>
            <a:r>
              <a:rPr sz="850" spc="-70" dirty="0">
                <a:solidFill>
                  <a:srgbClr val="5456CF"/>
                </a:solidFill>
                <a:latin typeface="Courier New"/>
                <a:cs typeface="Courier New"/>
              </a:rPr>
              <a:t>ll</a:t>
            </a:r>
            <a:r>
              <a:rPr sz="850" spc="-70" dirty="0">
                <a:solidFill>
                  <a:srgbClr val="977562"/>
                </a:solidFill>
                <a:latin typeface="Courier New"/>
                <a:cs typeface="Courier New"/>
              </a:rPr>
              <a:t>)</a:t>
            </a:r>
            <a:r>
              <a:rPr sz="850" spc="-409" dirty="0">
                <a:solidFill>
                  <a:srgbClr val="977562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977562"/>
                </a:solidFill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  <a:p>
            <a:pPr marL="231140" marR="5080" indent="-15240">
              <a:lnSpc>
                <a:spcPts val="930"/>
              </a:lnSpc>
              <a:spcBef>
                <a:spcPts val="60"/>
              </a:spcBef>
            </a:pP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Syste</a:t>
            </a:r>
            <a:r>
              <a:rPr sz="850" spc="-100" dirty="0">
                <a:solidFill>
                  <a:srgbClr val="3A3A3A"/>
                </a:solidFill>
                <a:latin typeface="Courier New"/>
                <a:cs typeface="Courier New"/>
              </a:rPr>
              <a:t>m</a:t>
            </a: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.ou</a:t>
            </a:r>
            <a:r>
              <a:rPr sz="850" spc="-100" dirty="0">
                <a:solidFill>
                  <a:srgbClr val="282624"/>
                </a:solidFill>
                <a:latin typeface="Courier New"/>
                <a:cs typeface="Courier New"/>
              </a:rPr>
              <a:t>t</a:t>
            </a: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.print</a:t>
            </a:r>
            <a:r>
              <a:rPr sz="850" spc="-100" dirty="0">
                <a:solidFill>
                  <a:srgbClr val="3A3A3A"/>
                </a:solidFill>
                <a:latin typeface="Courier New"/>
                <a:cs typeface="Courier New"/>
              </a:rPr>
              <a:t>ln</a:t>
            </a:r>
            <a:r>
              <a:rPr sz="850" spc="-100" dirty="0">
                <a:solidFill>
                  <a:srgbClr val="7087E4"/>
                </a:solidFill>
                <a:latin typeface="Courier New"/>
                <a:cs typeface="Courier New"/>
              </a:rPr>
              <a:t>(</a:t>
            </a:r>
            <a:r>
              <a:rPr sz="850" spc="-100" dirty="0">
                <a:solidFill>
                  <a:srgbClr val="B3706E"/>
                </a:solidFill>
                <a:latin typeface="Courier New"/>
                <a:cs typeface="Courier New"/>
              </a:rPr>
              <a:t>"Error:</a:t>
            </a:r>
            <a:r>
              <a:rPr sz="850" spc="-270" dirty="0">
                <a:solidFill>
                  <a:srgbClr val="B3706E"/>
                </a:solidFill>
                <a:latin typeface="Courier New"/>
                <a:cs typeface="Courier New"/>
              </a:rPr>
              <a:t> </a:t>
            </a:r>
            <a:r>
              <a:rPr sz="850" spc="-114" dirty="0">
                <a:solidFill>
                  <a:srgbClr val="A75757"/>
                </a:solidFill>
                <a:latin typeface="Courier New"/>
                <a:cs typeface="Courier New"/>
              </a:rPr>
              <a:t>Book</a:t>
            </a:r>
            <a:r>
              <a:rPr sz="850" spc="-10" dirty="0">
                <a:solidFill>
                  <a:srgbClr val="A75757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A75757"/>
                </a:solidFill>
                <a:latin typeface="Courier New"/>
                <a:cs typeface="Courier New"/>
              </a:rPr>
              <a:t>not</a:t>
            </a:r>
            <a:r>
              <a:rPr sz="850" spc="-45" dirty="0">
                <a:solidFill>
                  <a:srgbClr val="A75757"/>
                </a:solidFill>
                <a:latin typeface="Courier New"/>
                <a:cs typeface="Courier New"/>
              </a:rPr>
              <a:t> </a:t>
            </a:r>
            <a:r>
              <a:rPr sz="850" spc="-70" dirty="0">
                <a:solidFill>
                  <a:srgbClr val="A75757"/>
                </a:solidFill>
                <a:latin typeface="Courier New"/>
                <a:cs typeface="Courier New"/>
              </a:rPr>
              <a:t>found."</a:t>
            </a:r>
            <a:r>
              <a:rPr sz="850" spc="-70" dirty="0">
                <a:solidFill>
                  <a:srgbClr val="5D75D6"/>
                </a:solidFill>
                <a:latin typeface="Courier New"/>
                <a:cs typeface="Courier New"/>
              </a:rPr>
              <a:t>)</a:t>
            </a:r>
            <a:r>
              <a:rPr sz="850" spc="-70" dirty="0">
                <a:solidFill>
                  <a:srgbClr val="282624"/>
                </a:solidFill>
                <a:latin typeface="Courier New"/>
                <a:cs typeface="Courier New"/>
              </a:rPr>
              <a:t>; </a:t>
            </a:r>
            <a:r>
              <a:rPr sz="850" spc="-80" dirty="0">
                <a:solidFill>
                  <a:srgbClr val="3F3DC1"/>
                </a:solidFill>
                <a:latin typeface="Courier New"/>
                <a:cs typeface="Courier New"/>
              </a:rPr>
              <a:t>r</a:t>
            </a:r>
            <a:r>
              <a:rPr sz="850" spc="-80" dirty="0">
                <a:solidFill>
                  <a:srgbClr val="5456CF"/>
                </a:solidFill>
                <a:latin typeface="Courier New"/>
                <a:cs typeface="Courier New"/>
              </a:rPr>
              <a:t>e</a:t>
            </a:r>
            <a:r>
              <a:rPr sz="850" spc="-80" dirty="0">
                <a:solidFill>
                  <a:srgbClr val="3F249C"/>
                </a:solidFill>
                <a:latin typeface="Courier New"/>
                <a:cs typeface="Courier New"/>
              </a:rPr>
              <a:t>t</a:t>
            </a:r>
            <a:r>
              <a:rPr sz="850" spc="-80" dirty="0">
                <a:solidFill>
                  <a:srgbClr val="5B42B3"/>
                </a:solidFill>
                <a:latin typeface="Courier New"/>
                <a:cs typeface="Courier New"/>
              </a:rPr>
              <a:t>urn</a:t>
            </a:r>
            <a:r>
              <a:rPr sz="850" spc="-320" dirty="0">
                <a:solidFill>
                  <a:srgbClr val="5B42B3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3F3DC1"/>
                </a:solidFill>
                <a:latin typeface="Courier New"/>
                <a:cs typeface="Courier New"/>
              </a:rPr>
              <a:t>f</a:t>
            </a:r>
            <a:r>
              <a:rPr sz="850" spc="-10" dirty="0">
                <a:solidFill>
                  <a:srgbClr val="5456CF"/>
                </a:solidFill>
                <a:latin typeface="Courier New"/>
                <a:cs typeface="Courier New"/>
              </a:rPr>
              <a:t>alse</a:t>
            </a:r>
            <a:r>
              <a:rPr sz="850" spc="-10" dirty="0">
                <a:solidFill>
                  <a:srgbClr val="575757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33028" y="4173385"/>
            <a:ext cx="3121660" cy="38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spc="-25" dirty="0">
                <a:solidFill>
                  <a:srgbClr val="5456CF"/>
                </a:solidFill>
                <a:latin typeface="Courier New"/>
                <a:cs typeface="Courier New"/>
              </a:rPr>
              <a:t>i</a:t>
            </a:r>
            <a:r>
              <a:rPr sz="850" spc="-25" dirty="0">
                <a:solidFill>
                  <a:srgbClr val="3F3DC1"/>
                </a:solidFill>
                <a:latin typeface="Courier New"/>
                <a:cs typeface="Courier New"/>
              </a:rPr>
              <a:t>f</a:t>
            </a:r>
            <a:r>
              <a:rPr sz="850" spc="-295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95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95" dirty="0">
                <a:solidFill>
                  <a:srgbClr val="494949"/>
                </a:solidFill>
                <a:latin typeface="Courier New"/>
                <a:cs typeface="Courier New"/>
              </a:rPr>
              <a:t>!book.isAvailable</a:t>
            </a:r>
            <a:r>
              <a:rPr sz="850" spc="-95" dirty="0">
                <a:solidFill>
                  <a:srgbClr val="5D75D6"/>
                </a:solidFill>
                <a:latin typeface="Courier New"/>
                <a:cs typeface="Courier New"/>
              </a:rPr>
              <a:t>()</a:t>
            </a:r>
            <a:r>
              <a:rPr sz="850" spc="-95" dirty="0">
                <a:solidFill>
                  <a:srgbClr val="977562"/>
                </a:solidFill>
                <a:latin typeface="Courier New"/>
                <a:cs typeface="Courier New"/>
              </a:rPr>
              <a:t>J</a:t>
            </a:r>
            <a:r>
              <a:rPr sz="850" spc="-300" dirty="0">
                <a:solidFill>
                  <a:srgbClr val="977562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977562"/>
                </a:solidFill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  <a:p>
            <a:pPr marL="231140" marR="5080" indent="-15240">
              <a:lnSpc>
                <a:spcPts val="930"/>
              </a:lnSpc>
              <a:spcBef>
                <a:spcPts val="50"/>
              </a:spcBef>
            </a:pP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Syst</a:t>
            </a:r>
            <a:r>
              <a:rPr sz="850" spc="-100" dirty="0">
                <a:solidFill>
                  <a:srgbClr val="3A3A3A"/>
                </a:solidFill>
                <a:latin typeface="Courier New"/>
                <a:cs typeface="Courier New"/>
              </a:rPr>
              <a:t>em</a:t>
            </a:r>
            <a:r>
              <a:rPr sz="850" spc="-100" dirty="0">
                <a:solidFill>
                  <a:srgbClr val="727272"/>
                </a:solidFill>
                <a:latin typeface="Courier New"/>
                <a:cs typeface="Courier New"/>
              </a:rPr>
              <a:t>.</a:t>
            </a: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o</a:t>
            </a:r>
            <a:r>
              <a:rPr sz="850" spc="-100" dirty="0">
                <a:solidFill>
                  <a:srgbClr val="3A3A3A"/>
                </a:solidFill>
                <a:latin typeface="Courier New"/>
                <a:cs typeface="Courier New"/>
              </a:rPr>
              <a:t>ut</a:t>
            </a: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.</a:t>
            </a:r>
            <a:r>
              <a:rPr sz="850" spc="-100" dirty="0">
                <a:solidFill>
                  <a:srgbClr val="3A3A3A"/>
                </a:solidFill>
                <a:latin typeface="Courier New"/>
                <a:cs typeface="Courier New"/>
              </a:rPr>
              <a:t>println</a:t>
            </a:r>
            <a:r>
              <a:rPr sz="850" spc="-100" dirty="0">
                <a:solidFill>
                  <a:srgbClr val="7975C8"/>
                </a:solidFill>
                <a:latin typeface="Courier New"/>
                <a:cs typeface="Courier New"/>
              </a:rPr>
              <a:t>(</a:t>
            </a:r>
            <a:r>
              <a:rPr sz="850" spc="-100" dirty="0">
                <a:solidFill>
                  <a:srgbClr val="B3706E"/>
                </a:solidFill>
                <a:latin typeface="Courier New"/>
                <a:cs typeface="Courier New"/>
              </a:rPr>
              <a:t>"Error:</a:t>
            </a:r>
            <a:r>
              <a:rPr sz="850" spc="-285" dirty="0">
                <a:solidFill>
                  <a:srgbClr val="B3706E"/>
                </a:solidFill>
                <a:latin typeface="Courier New"/>
                <a:cs typeface="Courier New"/>
              </a:rPr>
              <a:t> </a:t>
            </a:r>
            <a:r>
              <a:rPr sz="850" spc="-120" dirty="0">
                <a:solidFill>
                  <a:srgbClr val="A75757"/>
                </a:solidFill>
                <a:latin typeface="Courier New"/>
                <a:cs typeface="Courier New"/>
              </a:rPr>
              <a:t>Book</a:t>
            </a:r>
            <a:r>
              <a:rPr sz="850" spc="-75" dirty="0">
                <a:solidFill>
                  <a:srgbClr val="A75757"/>
                </a:solidFill>
                <a:latin typeface="Courier New"/>
                <a:cs typeface="Courier New"/>
              </a:rPr>
              <a:t> </a:t>
            </a:r>
            <a:r>
              <a:rPr sz="850" spc="-95" dirty="0">
                <a:solidFill>
                  <a:srgbClr val="A75757"/>
                </a:solidFill>
                <a:latin typeface="Courier New"/>
                <a:cs typeface="Courier New"/>
              </a:rPr>
              <a:t>is</a:t>
            </a:r>
            <a:r>
              <a:rPr sz="850" spc="-60" dirty="0">
                <a:solidFill>
                  <a:srgbClr val="A75757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A75757"/>
                </a:solidFill>
                <a:latin typeface="Courier New"/>
                <a:cs typeface="Courier New"/>
              </a:rPr>
              <a:t>already</a:t>
            </a:r>
            <a:r>
              <a:rPr sz="850" spc="80" dirty="0">
                <a:solidFill>
                  <a:srgbClr val="A75757"/>
                </a:solidFill>
                <a:latin typeface="Courier New"/>
                <a:cs typeface="Courier New"/>
              </a:rPr>
              <a:t> </a:t>
            </a:r>
            <a:r>
              <a:rPr sz="850" spc="-85" dirty="0">
                <a:solidFill>
                  <a:srgbClr val="A75757"/>
                </a:solidFill>
                <a:latin typeface="Courier New"/>
                <a:cs typeface="Courier New"/>
              </a:rPr>
              <a:t>borrowed."</a:t>
            </a:r>
            <a:r>
              <a:rPr sz="850" spc="-85" dirty="0">
                <a:solidFill>
                  <a:srgbClr val="5D75D6"/>
                </a:solidFill>
                <a:latin typeface="Courier New"/>
                <a:cs typeface="Courier New"/>
              </a:rPr>
              <a:t>)</a:t>
            </a:r>
            <a:r>
              <a:rPr sz="850" spc="-85" dirty="0">
                <a:solidFill>
                  <a:srgbClr val="575757"/>
                </a:solidFill>
                <a:latin typeface="Courier New"/>
                <a:cs typeface="Courier New"/>
              </a:rPr>
              <a:t>; 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r</a:t>
            </a:r>
            <a:r>
              <a:rPr sz="850" spc="-75" dirty="0">
                <a:solidFill>
                  <a:srgbClr val="5456CF"/>
                </a:solidFill>
                <a:latin typeface="Courier New"/>
                <a:cs typeface="Courier New"/>
              </a:rPr>
              <a:t>e</a:t>
            </a:r>
            <a:r>
              <a:rPr sz="850" spc="-75" dirty="0">
                <a:solidFill>
                  <a:srgbClr val="2323B3"/>
                </a:solidFill>
                <a:latin typeface="Courier New"/>
                <a:cs typeface="Courier New"/>
              </a:rPr>
              <a:t>t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urn</a:t>
            </a:r>
            <a:r>
              <a:rPr sz="850" spc="-35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5456CF"/>
                </a:solidFill>
                <a:latin typeface="Courier New"/>
                <a:cs typeface="Courier New"/>
              </a:rPr>
              <a:t>false</a:t>
            </a:r>
            <a:r>
              <a:rPr sz="850" spc="-10" dirty="0">
                <a:solidFill>
                  <a:srgbClr val="494949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33028" y="4641372"/>
            <a:ext cx="3539490" cy="391795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215900" marR="5080" indent="-203835">
              <a:lnSpc>
                <a:spcPts val="930"/>
              </a:lnSpc>
              <a:spcBef>
                <a:spcPts val="209"/>
              </a:spcBef>
            </a:pPr>
            <a:r>
              <a:rPr sz="850" spc="-95" dirty="0">
                <a:solidFill>
                  <a:srgbClr val="5456CF"/>
                </a:solidFill>
                <a:latin typeface="Courier New"/>
                <a:cs typeface="Courier New"/>
              </a:rPr>
              <a:t>if</a:t>
            </a:r>
            <a:r>
              <a:rPr sz="850" spc="-125" dirty="0">
                <a:solidFill>
                  <a:srgbClr val="5456CF"/>
                </a:solidFill>
                <a:latin typeface="Courier New"/>
                <a:cs typeface="Courier New"/>
              </a:rPr>
              <a:t> </a:t>
            </a:r>
            <a:r>
              <a:rPr sz="850" spc="-100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use</a:t>
            </a:r>
            <a:r>
              <a:rPr sz="850" spc="-100" dirty="0">
                <a:solidFill>
                  <a:srgbClr val="3A3A3A"/>
                </a:solidFill>
                <a:latin typeface="Courier New"/>
                <a:cs typeface="Courier New"/>
              </a:rPr>
              <a:t>r.getBor</a:t>
            </a: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rowedCount</a:t>
            </a:r>
            <a:r>
              <a:rPr sz="850" spc="-100" dirty="0">
                <a:solidFill>
                  <a:srgbClr val="5D75D6"/>
                </a:solidFill>
                <a:latin typeface="Courier New"/>
                <a:cs typeface="Courier New"/>
              </a:rPr>
              <a:t>(J</a:t>
            </a:r>
            <a:r>
              <a:rPr sz="850" spc="-235" dirty="0">
                <a:solidFill>
                  <a:srgbClr val="5D75D6"/>
                </a:solidFill>
                <a:latin typeface="Courier New"/>
                <a:cs typeface="Courier New"/>
              </a:rPr>
              <a:t> </a:t>
            </a:r>
            <a:r>
              <a:rPr sz="850" spc="-30" dirty="0">
                <a:solidFill>
                  <a:srgbClr val="575757"/>
                </a:solidFill>
                <a:latin typeface="Courier New"/>
                <a:cs typeface="Courier New"/>
              </a:rPr>
              <a:t>&gt;</a:t>
            </a:r>
            <a:r>
              <a:rPr sz="850" spc="-30" dirty="0">
                <a:solidFill>
                  <a:srgbClr val="282624"/>
                </a:solidFill>
                <a:latin typeface="Courier New"/>
                <a:cs typeface="Courier New"/>
              </a:rPr>
              <a:t>=</a:t>
            </a:r>
            <a:r>
              <a:rPr sz="850" spc="-75" dirty="0">
                <a:solidFill>
                  <a:srgbClr val="282624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575757"/>
                </a:solidFill>
                <a:latin typeface="Courier New"/>
                <a:cs typeface="Courier New"/>
              </a:rPr>
              <a:t>user.get</a:t>
            </a:r>
            <a:r>
              <a:rPr sz="850" spc="-110" dirty="0">
                <a:solidFill>
                  <a:srgbClr val="3A3A3A"/>
                </a:solidFill>
                <a:latin typeface="Courier New"/>
                <a:cs typeface="Courier New"/>
              </a:rPr>
              <a:t>M</a:t>
            </a:r>
            <a:r>
              <a:rPr sz="850" spc="-110" dirty="0">
                <a:solidFill>
                  <a:srgbClr val="575757"/>
                </a:solidFill>
                <a:latin typeface="Courier New"/>
                <a:cs typeface="Courier New"/>
              </a:rPr>
              <a:t>ax</a:t>
            </a:r>
            <a:r>
              <a:rPr sz="850" spc="-110" dirty="0">
                <a:solidFill>
                  <a:srgbClr val="282624"/>
                </a:solidFill>
                <a:latin typeface="Courier New"/>
                <a:cs typeface="Courier New"/>
              </a:rPr>
              <a:t>B</a:t>
            </a:r>
            <a:r>
              <a:rPr sz="850" spc="-110" dirty="0">
                <a:solidFill>
                  <a:srgbClr val="575757"/>
                </a:solidFill>
                <a:latin typeface="Courier New"/>
                <a:cs typeface="Courier New"/>
              </a:rPr>
              <a:t>o</a:t>
            </a:r>
            <a:r>
              <a:rPr sz="850" spc="-110" dirty="0">
                <a:solidFill>
                  <a:srgbClr val="3A3A3A"/>
                </a:solidFill>
                <a:latin typeface="Courier New"/>
                <a:cs typeface="Courier New"/>
              </a:rPr>
              <a:t>r</a:t>
            </a:r>
            <a:r>
              <a:rPr sz="850" spc="-110" dirty="0">
                <a:solidFill>
                  <a:srgbClr val="575757"/>
                </a:solidFill>
                <a:latin typeface="Courier New"/>
                <a:cs typeface="Courier New"/>
              </a:rPr>
              <a:t>rowLimi</a:t>
            </a:r>
            <a:r>
              <a:rPr sz="850" spc="-110" dirty="0">
                <a:solidFill>
                  <a:srgbClr val="3A3A3A"/>
                </a:solidFill>
                <a:latin typeface="Courier New"/>
                <a:cs typeface="Courier New"/>
              </a:rPr>
              <a:t>t</a:t>
            </a:r>
            <a:r>
              <a:rPr sz="850" spc="-110" dirty="0">
                <a:solidFill>
                  <a:srgbClr val="5D75D6"/>
                </a:solidFill>
                <a:latin typeface="Courier New"/>
                <a:cs typeface="Courier New"/>
              </a:rPr>
              <a:t>(J</a:t>
            </a:r>
            <a:r>
              <a:rPr sz="850" spc="-110" dirty="0">
                <a:solidFill>
                  <a:srgbClr val="A58C7C"/>
                </a:solidFill>
                <a:latin typeface="Courier New"/>
                <a:cs typeface="Courier New"/>
              </a:rPr>
              <a:t>J</a:t>
            </a:r>
            <a:r>
              <a:rPr sz="850" spc="-180" dirty="0">
                <a:solidFill>
                  <a:srgbClr val="A58C7C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977562"/>
                </a:solidFill>
                <a:latin typeface="Courier New"/>
                <a:cs typeface="Courier New"/>
              </a:rPr>
              <a:t>{ </a:t>
            </a: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Syste</a:t>
            </a:r>
            <a:r>
              <a:rPr sz="850" spc="-100" dirty="0">
                <a:solidFill>
                  <a:srgbClr val="3A3A3A"/>
                </a:solidFill>
                <a:latin typeface="Courier New"/>
                <a:cs typeface="Courier New"/>
              </a:rPr>
              <a:t>m</a:t>
            </a: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.ou</a:t>
            </a:r>
            <a:r>
              <a:rPr sz="850" spc="-100" dirty="0">
                <a:solidFill>
                  <a:srgbClr val="282624"/>
                </a:solidFill>
                <a:latin typeface="Courier New"/>
                <a:cs typeface="Courier New"/>
              </a:rPr>
              <a:t>t</a:t>
            </a: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.prin</a:t>
            </a:r>
            <a:r>
              <a:rPr sz="850" spc="-100" dirty="0">
                <a:solidFill>
                  <a:srgbClr val="3A3A3A"/>
                </a:solidFill>
                <a:latin typeface="Courier New"/>
                <a:cs typeface="Courier New"/>
              </a:rPr>
              <a:t>tln</a:t>
            </a:r>
            <a:r>
              <a:rPr sz="850" spc="-100" dirty="0">
                <a:solidFill>
                  <a:srgbClr val="7087E4"/>
                </a:solidFill>
                <a:latin typeface="Courier New"/>
                <a:cs typeface="Courier New"/>
              </a:rPr>
              <a:t>(</a:t>
            </a:r>
            <a:r>
              <a:rPr sz="850" spc="-100" dirty="0">
                <a:solidFill>
                  <a:srgbClr val="B3706E"/>
                </a:solidFill>
                <a:latin typeface="Courier New"/>
                <a:cs typeface="Courier New"/>
              </a:rPr>
              <a:t>"Error:</a:t>
            </a:r>
            <a:r>
              <a:rPr sz="850" spc="-310" dirty="0">
                <a:solidFill>
                  <a:srgbClr val="B3706E"/>
                </a:solidFill>
                <a:latin typeface="Courier New"/>
                <a:cs typeface="Courier New"/>
              </a:rPr>
              <a:t> </a:t>
            </a:r>
            <a:r>
              <a:rPr sz="850" spc="-65" dirty="0">
                <a:solidFill>
                  <a:srgbClr val="9A3D3D"/>
                </a:solidFill>
                <a:latin typeface="Courier New"/>
                <a:cs typeface="Courier New"/>
              </a:rPr>
              <a:t>U</a:t>
            </a:r>
            <a:r>
              <a:rPr sz="850" spc="-65" dirty="0">
                <a:solidFill>
                  <a:srgbClr val="A75757"/>
                </a:solidFill>
                <a:latin typeface="Courier New"/>
                <a:cs typeface="Courier New"/>
              </a:rPr>
              <a:t>ser</a:t>
            </a:r>
            <a:r>
              <a:rPr sz="850" spc="-235" dirty="0">
                <a:solidFill>
                  <a:srgbClr val="A75757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A75757"/>
                </a:solidFill>
                <a:latin typeface="Courier New"/>
                <a:cs typeface="Courier New"/>
              </a:rPr>
              <a:t>has</a:t>
            </a:r>
            <a:r>
              <a:rPr sz="850" spc="-10" dirty="0">
                <a:solidFill>
                  <a:srgbClr val="A75757"/>
                </a:solidFill>
                <a:latin typeface="Courier New"/>
                <a:cs typeface="Courier New"/>
              </a:rPr>
              <a:t> </a:t>
            </a:r>
            <a:r>
              <a:rPr sz="850" spc="-130" dirty="0">
                <a:solidFill>
                  <a:srgbClr val="A75757"/>
                </a:solidFill>
                <a:latin typeface="Courier New"/>
                <a:cs typeface="Courier New"/>
              </a:rPr>
              <a:t>reached</a:t>
            </a:r>
            <a:r>
              <a:rPr sz="850" spc="100" dirty="0">
                <a:solidFill>
                  <a:srgbClr val="A75757"/>
                </a:solidFill>
                <a:latin typeface="Courier New"/>
                <a:cs typeface="Courier New"/>
              </a:rPr>
              <a:t> </a:t>
            </a:r>
            <a:r>
              <a:rPr sz="850" spc="-125" dirty="0">
                <a:solidFill>
                  <a:srgbClr val="A75757"/>
                </a:solidFill>
                <a:latin typeface="Courier New"/>
                <a:cs typeface="Courier New"/>
              </a:rPr>
              <a:t>borrowing</a:t>
            </a:r>
            <a:r>
              <a:rPr sz="850" spc="45" dirty="0">
                <a:solidFill>
                  <a:srgbClr val="A75757"/>
                </a:solidFill>
                <a:latin typeface="Courier New"/>
                <a:cs typeface="Courier New"/>
              </a:rPr>
              <a:t> </a:t>
            </a:r>
            <a:r>
              <a:rPr sz="850" spc="-60" dirty="0">
                <a:solidFill>
                  <a:srgbClr val="A75757"/>
                </a:solidFill>
                <a:latin typeface="Courier New"/>
                <a:cs typeface="Courier New"/>
              </a:rPr>
              <a:t>limit."</a:t>
            </a:r>
            <a:r>
              <a:rPr sz="850" spc="-60" dirty="0">
                <a:solidFill>
                  <a:srgbClr val="5D75D6"/>
                </a:solidFill>
                <a:latin typeface="Courier New"/>
                <a:cs typeface="Courier New"/>
              </a:rPr>
              <a:t>)</a:t>
            </a:r>
            <a:r>
              <a:rPr sz="850" spc="-60" dirty="0">
                <a:solidFill>
                  <a:srgbClr val="3A3A3A"/>
                </a:solidFill>
                <a:latin typeface="Courier New"/>
                <a:cs typeface="Courier New"/>
              </a:rPr>
              <a:t>; 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re</a:t>
            </a:r>
            <a:r>
              <a:rPr sz="850" spc="-75" dirty="0">
                <a:solidFill>
                  <a:srgbClr val="2323B3"/>
                </a:solidFill>
                <a:latin typeface="Courier New"/>
                <a:cs typeface="Courier New"/>
              </a:rPr>
              <a:t>t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urn</a:t>
            </a:r>
            <a:r>
              <a:rPr sz="850" spc="-35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3F3DC1"/>
                </a:solidFill>
                <a:latin typeface="Courier New"/>
                <a:cs typeface="Courier New"/>
              </a:rPr>
              <a:t>f</a:t>
            </a:r>
            <a:r>
              <a:rPr sz="850" spc="-10" dirty="0">
                <a:solidFill>
                  <a:srgbClr val="5456CF"/>
                </a:solidFill>
                <a:latin typeface="Courier New"/>
                <a:cs typeface="Courier New"/>
              </a:rPr>
              <a:t>alse</a:t>
            </a:r>
            <a:r>
              <a:rPr sz="850" spc="-10" dirty="0">
                <a:solidFill>
                  <a:srgbClr val="494949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46992" y="1879891"/>
            <a:ext cx="2355215" cy="3620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ts val="960"/>
              </a:lnSpc>
              <a:spcBef>
                <a:spcPts val="100"/>
              </a:spcBef>
              <a:tabLst>
                <a:tab pos="292100" algn="l"/>
              </a:tabLst>
            </a:pPr>
            <a:r>
              <a:rPr sz="850" spc="-50" dirty="0">
                <a:solidFill>
                  <a:srgbClr val="6BA7B8"/>
                </a:solidFill>
                <a:latin typeface="Courier New"/>
                <a:cs typeface="Courier New"/>
              </a:rPr>
              <a:t>5</a:t>
            </a:r>
            <a:r>
              <a:rPr sz="850" dirty="0">
                <a:solidFill>
                  <a:srgbClr val="6BA7B8"/>
                </a:solidFill>
                <a:latin typeface="Courier New"/>
                <a:cs typeface="Courier New"/>
              </a:rPr>
              <a:t>	</a:t>
            </a:r>
            <a:r>
              <a:rPr sz="850" spc="-100" dirty="0">
                <a:solidFill>
                  <a:srgbClr val="5456CF"/>
                </a:solidFill>
                <a:latin typeface="Courier New"/>
                <a:cs typeface="Courier New"/>
              </a:rPr>
              <a:t>p</a:t>
            </a:r>
            <a:r>
              <a:rPr sz="850" spc="-100" dirty="0">
                <a:solidFill>
                  <a:srgbClr val="3F3DC1"/>
                </a:solidFill>
                <a:latin typeface="Courier New"/>
                <a:cs typeface="Courier New"/>
              </a:rPr>
              <a:t>ub</a:t>
            </a:r>
            <a:r>
              <a:rPr sz="850" spc="-100" dirty="0">
                <a:solidFill>
                  <a:srgbClr val="5456CF"/>
                </a:solidFill>
                <a:latin typeface="Courier New"/>
                <a:cs typeface="Courier New"/>
              </a:rPr>
              <a:t>lic</a:t>
            </a:r>
            <a:r>
              <a:rPr sz="850" spc="-229" dirty="0">
                <a:solidFill>
                  <a:srgbClr val="5456CF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5456CF"/>
                </a:solidFill>
                <a:latin typeface="Courier New"/>
                <a:cs typeface="Courier New"/>
              </a:rPr>
              <a:t>class</a:t>
            </a:r>
            <a:r>
              <a:rPr sz="850" spc="-30" dirty="0">
                <a:solidFill>
                  <a:srgbClr val="5456CF"/>
                </a:solidFill>
                <a:latin typeface="Courier New"/>
                <a:cs typeface="Courier New"/>
              </a:rPr>
              <a:t> </a:t>
            </a:r>
            <a:r>
              <a:rPr sz="850" spc="-120" dirty="0">
                <a:solidFill>
                  <a:srgbClr val="6BA7B8"/>
                </a:solidFill>
                <a:latin typeface="Courier New"/>
                <a:cs typeface="Courier New"/>
              </a:rPr>
              <a:t>Library </a:t>
            </a:r>
            <a:r>
              <a:rPr sz="850" spc="-50" dirty="0">
                <a:solidFill>
                  <a:srgbClr val="5D75D6"/>
                </a:solidFill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  <a:p>
            <a:pPr marL="15240" marR="5080">
              <a:lnSpc>
                <a:spcPts val="930"/>
              </a:lnSpc>
              <a:spcBef>
                <a:spcPts val="50"/>
              </a:spcBef>
              <a:tabLst>
                <a:tab pos="499109" algn="l"/>
              </a:tabLst>
            </a:pPr>
            <a:r>
              <a:rPr sz="850" spc="-25" dirty="0">
                <a:solidFill>
                  <a:srgbClr val="6BA7B8"/>
                </a:solidFill>
                <a:latin typeface="Courier New"/>
                <a:cs typeface="Courier New"/>
              </a:rPr>
              <a:t>41</a:t>
            </a:r>
            <a:r>
              <a:rPr sz="850" dirty="0">
                <a:solidFill>
                  <a:srgbClr val="6BA7B8"/>
                </a:solidFill>
                <a:latin typeface="Courier New"/>
                <a:cs typeface="Courier New"/>
              </a:rPr>
              <a:t>	</a:t>
            </a:r>
            <a:r>
              <a:rPr sz="850" spc="-95" dirty="0">
                <a:solidFill>
                  <a:srgbClr val="3F3DC1"/>
                </a:solidFill>
                <a:latin typeface="Courier New"/>
                <a:cs typeface="Courier New"/>
              </a:rPr>
              <a:t>p</a:t>
            </a:r>
            <a:r>
              <a:rPr sz="850" spc="-95" dirty="0">
                <a:solidFill>
                  <a:srgbClr val="5456CF"/>
                </a:solidFill>
                <a:latin typeface="Courier New"/>
                <a:cs typeface="Courier New"/>
              </a:rPr>
              <a:t>u</a:t>
            </a:r>
            <a:r>
              <a:rPr sz="850" spc="-95" dirty="0">
                <a:solidFill>
                  <a:srgbClr val="3F3DC1"/>
                </a:solidFill>
                <a:latin typeface="Courier New"/>
                <a:cs typeface="Courier New"/>
              </a:rPr>
              <a:t>b</a:t>
            </a:r>
            <a:r>
              <a:rPr sz="850" spc="-95" dirty="0">
                <a:solidFill>
                  <a:srgbClr val="5456CF"/>
                </a:solidFill>
                <a:latin typeface="Courier New"/>
                <a:cs typeface="Courier New"/>
              </a:rPr>
              <a:t>l</a:t>
            </a:r>
            <a:r>
              <a:rPr sz="850" spc="-95" dirty="0">
                <a:solidFill>
                  <a:srgbClr val="3F3DC1"/>
                </a:solidFill>
                <a:latin typeface="Courier New"/>
                <a:cs typeface="Courier New"/>
              </a:rPr>
              <a:t>i</a:t>
            </a:r>
            <a:r>
              <a:rPr sz="850" spc="-95" dirty="0">
                <a:solidFill>
                  <a:srgbClr val="5456CF"/>
                </a:solidFill>
                <a:latin typeface="Courier New"/>
                <a:cs typeface="Courier New"/>
              </a:rPr>
              <a:t>c</a:t>
            </a:r>
            <a:r>
              <a:rPr sz="850" spc="-180" dirty="0">
                <a:solidFill>
                  <a:srgbClr val="5456CF"/>
                </a:solidFill>
                <a:latin typeface="Courier New"/>
                <a:cs typeface="Courier New"/>
              </a:rPr>
              <a:t> </a:t>
            </a:r>
            <a:r>
              <a:rPr sz="850" spc="-65" dirty="0">
                <a:solidFill>
                  <a:srgbClr val="3F3DC1"/>
                </a:solidFill>
                <a:latin typeface="Courier New"/>
                <a:cs typeface="Courier New"/>
              </a:rPr>
              <a:t>Us</a:t>
            </a:r>
            <a:r>
              <a:rPr sz="850" spc="-65" dirty="0">
                <a:solidFill>
                  <a:srgbClr val="5456CF"/>
                </a:solidFill>
                <a:latin typeface="Courier New"/>
                <a:cs typeface="Courier New"/>
              </a:rPr>
              <a:t>er</a:t>
            </a:r>
            <a:r>
              <a:rPr sz="850" spc="-250" dirty="0">
                <a:solidFill>
                  <a:srgbClr val="5456CF"/>
                </a:solidFill>
                <a:latin typeface="Courier New"/>
                <a:cs typeface="Courier New"/>
              </a:rPr>
              <a:t> </a:t>
            </a:r>
            <a:r>
              <a:rPr sz="850" spc="-105" dirty="0">
                <a:solidFill>
                  <a:srgbClr val="494949"/>
                </a:solidFill>
                <a:latin typeface="Courier New"/>
                <a:cs typeface="Courier New"/>
              </a:rPr>
              <a:t>findUserByid</a:t>
            </a:r>
            <a:r>
              <a:rPr sz="850" spc="-105" dirty="0">
                <a:solidFill>
                  <a:srgbClr val="75A875"/>
                </a:solidFill>
                <a:latin typeface="Courier New"/>
                <a:cs typeface="Courier New"/>
              </a:rPr>
              <a:t>(</a:t>
            </a:r>
            <a:r>
              <a:rPr sz="850" spc="-105" dirty="0">
                <a:solidFill>
                  <a:srgbClr val="5456CF"/>
                </a:solidFill>
                <a:latin typeface="Courier New"/>
                <a:cs typeface="Courier New"/>
              </a:rPr>
              <a:t>S</a:t>
            </a:r>
            <a:r>
              <a:rPr sz="850" spc="-105" dirty="0">
                <a:solidFill>
                  <a:srgbClr val="3F3DC1"/>
                </a:solidFill>
                <a:latin typeface="Courier New"/>
                <a:cs typeface="Courier New"/>
              </a:rPr>
              <a:t>tr</a:t>
            </a:r>
            <a:r>
              <a:rPr sz="850" spc="-105" dirty="0">
                <a:solidFill>
                  <a:srgbClr val="5456CF"/>
                </a:solidFill>
                <a:latin typeface="Courier New"/>
                <a:cs typeface="Courier New"/>
              </a:rPr>
              <a:t>ing</a:t>
            </a:r>
            <a:r>
              <a:rPr sz="850" spc="-155" dirty="0">
                <a:solidFill>
                  <a:srgbClr val="5456CF"/>
                </a:solidFill>
                <a:latin typeface="Courier New"/>
                <a:cs typeface="Courier New"/>
              </a:rPr>
              <a:t> </a:t>
            </a:r>
            <a:r>
              <a:rPr sz="850" spc="-25" dirty="0">
                <a:solidFill>
                  <a:srgbClr val="959595"/>
                </a:solidFill>
                <a:latin typeface="Courier New"/>
                <a:cs typeface="Courier New"/>
              </a:rPr>
              <a:t>id</a:t>
            </a:r>
            <a:r>
              <a:rPr sz="850" spc="-25" dirty="0">
                <a:solidFill>
                  <a:srgbClr val="75A875"/>
                </a:solidFill>
                <a:latin typeface="Courier New"/>
                <a:cs typeface="Courier New"/>
              </a:rPr>
              <a:t>) </a:t>
            </a:r>
            <a:r>
              <a:rPr sz="850" spc="-25" dirty="0">
                <a:solidFill>
                  <a:srgbClr val="6BA7B8"/>
                </a:solidFill>
                <a:latin typeface="Courier New"/>
                <a:cs typeface="Courier New"/>
              </a:rPr>
              <a:t>42</a:t>
            </a:r>
            <a:endParaRPr sz="850">
              <a:latin typeface="Courier New"/>
              <a:cs typeface="Courier New"/>
            </a:endParaRPr>
          </a:p>
          <a:p>
            <a:pPr marL="25400">
              <a:lnSpc>
                <a:spcPts val="810"/>
              </a:lnSpc>
              <a:spcBef>
                <a:spcPts val="545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44</a:t>
            </a:r>
            <a:endParaRPr sz="700">
              <a:latin typeface="Times New Roman"/>
              <a:cs typeface="Times New Roman"/>
            </a:endParaRPr>
          </a:p>
          <a:p>
            <a:pPr marL="15240">
              <a:lnSpc>
                <a:spcPts val="990"/>
              </a:lnSpc>
            </a:pPr>
            <a:r>
              <a:rPr sz="850" spc="-25" dirty="0">
                <a:solidFill>
                  <a:srgbClr val="6BA7B8"/>
                </a:solidFill>
                <a:latin typeface="Courier New"/>
                <a:cs typeface="Courier New"/>
              </a:rPr>
              <a:t>45</a:t>
            </a:r>
            <a:endParaRPr sz="850">
              <a:latin typeface="Courier New"/>
              <a:cs typeface="Courier New"/>
            </a:endParaRPr>
          </a:p>
          <a:p>
            <a:pPr marL="17780">
              <a:lnSpc>
                <a:spcPct val="100000"/>
              </a:lnSpc>
              <a:spcBef>
                <a:spcPts val="30"/>
              </a:spcBef>
            </a:pPr>
            <a:r>
              <a:rPr sz="700" spc="-25" dirty="0">
                <a:solidFill>
                  <a:srgbClr val="6BA7B8"/>
                </a:solidFill>
                <a:latin typeface="Courier New"/>
                <a:cs typeface="Courier New"/>
              </a:rPr>
              <a:t>46</a:t>
            </a:r>
            <a:endParaRPr sz="700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  <a:spcBef>
                <a:spcPts val="15"/>
              </a:spcBef>
            </a:pPr>
            <a:r>
              <a:rPr sz="800" spc="-25" dirty="0">
                <a:solidFill>
                  <a:srgbClr val="6BA7B8"/>
                </a:solidFill>
                <a:latin typeface="Courier New"/>
                <a:cs typeface="Courier New"/>
              </a:rPr>
              <a:t>47</a:t>
            </a:r>
            <a:endParaRPr sz="800">
              <a:latin typeface="Courier New"/>
              <a:cs typeface="Courier New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48</a:t>
            </a:r>
            <a:endParaRPr sz="7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49</a:t>
            </a:r>
            <a:endParaRPr sz="700">
              <a:latin typeface="Times New Roman"/>
              <a:cs typeface="Times New Roman"/>
            </a:endParaRPr>
          </a:p>
          <a:p>
            <a:pPr marL="22860">
              <a:lnSpc>
                <a:spcPts val="835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59</a:t>
            </a:r>
            <a:endParaRPr sz="700">
              <a:latin typeface="Times New Roman"/>
              <a:cs typeface="Times New Roman"/>
            </a:endParaRPr>
          </a:p>
          <a:p>
            <a:pPr marL="17145">
              <a:lnSpc>
                <a:spcPts val="940"/>
              </a:lnSpc>
            </a:pPr>
            <a:r>
              <a:rPr sz="800" spc="-25" dirty="0">
                <a:solidFill>
                  <a:srgbClr val="6BA7B8"/>
                </a:solidFill>
                <a:latin typeface="Courier New"/>
                <a:cs typeface="Courier New"/>
              </a:rPr>
              <a:t>51</a:t>
            </a:r>
            <a:endParaRPr sz="800">
              <a:latin typeface="Courier New"/>
              <a:cs typeface="Courier New"/>
            </a:endParaRPr>
          </a:p>
          <a:p>
            <a:pPr marL="17145">
              <a:lnSpc>
                <a:spcPts val="944"/>
              </a:lnSpc>
            </a:pPr>
            <a:r>
              <a:rPr sz="800" spc="-25" dirty="0">
                <a:solidFill>
                  <a:srgbClr val="6BA7B8"/>
                </a:solidFill>
                <a:latin typeface="Courier New"/>
                <a:cs typeface="Courier New"/>
              </a:rPr>
              <a:t>52</a:t>
            </a:r>
            <a:endParaRPr sz="800">
              <a:latin typeface="Courier New"/>
              <a:cs typeface="Courier New"/>
            </a:endParaRPr>
          </a:p>
          <a:p>
            <a:pPr marL="22860">
              <a:lnSpc>
                <a:spcPts val="795"/>
              </a:lnSpc>
              <a:spcBef>
                <a:spcPts val="65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53</a:t>
            </a:r>
            <a:endParaRPr sz="700">
              <a:latin typeface="Times New Roman"/>
              <a:cs typeface="Times New Roman"/>
            </a:endParaRPr>
          </a:p>
          <a:p>
            <a:pPr marL="16510">
              <a:lnSpc>
                <a:spcPts val="944"/>
              </a:lnSpc>
            </a:pPr>
            <a:r>
              <a:rPr sz="850" spc="-25" dirty="0">
                <a:solidFill>
                  <a:srgbClr val="6BA7B8"/>
                </a:solidFill>
                <a:latin typeface="Courier New"/>
                <a:cs typeface="Courier New"/>
              </a:rPr>
              <a:t>54</a:t>
            </a:r>
            <a:endParaRPr sz="850">
              <a:latin typeface="Courier New"/>
              <a:cs typeface="Courier New"/>
            </a:endParaRPr>
          </a:p>
          <a:p>
            <a:pPr marL="16510">
              <a:lnSpc>
                <a:spcPts val="990"/>
              </a:lnSpc>
            </a:pPr>
            <a:r>
              <a:rPr sz="850" spc="-25" dirty="0">
                <a:solidFill>
                  <a:srgbClr val="6BA7B8"/>
                </a:solidFill>
                <a:latin typeface="Courier New"/>
                <a:cs typeface="Courier New"/>
              </a:rPr>
              <a:t>55</a:t>
            </a:r>
            <a:endParaRPr sz="850">
              <a:latin typeface="Courier New"/>
              <a:cs typeface="Courier New"/>
            </a:endParaRPr>
          </a:p>
          <a:p>
            <a:pPr marL="22860">
              <a:lnSpc>
                <a:spcPct val="100000"/>
              </a:lnSpc>
              <a:spcBef>
                <a:spcPts val="3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56</a:t>
            </a:r>
            <a:endParaRPr sz="7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57</a:t>
            </a:r>
            <a:endParaRPr sz="7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58</a:t>
            </a:r>
            <a:endParaRPr sz="700">
              <a:latin typeface="Times New Roman"/>
              <a:cs typeface="Times New Roman"/>
            </a:endParaRPr>
          </a:p>
          <a:p>
            <a:pPr marL="22860">
              <a:lnSpc>
                <a:spcPts val="810"/>
              </a:lnSpc>
              <a:spcBef>
                <a:spcPts val="85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59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990"/>
              </a:lnSpc>
            </a:pPr>
            <a:r>
              <a:rPr sz="850" spc="-25" dirty="0">
                <a:solidFill>
                  <a:srgbClr val="6BA7B8"/>
                </a:solidFill>
                <a:latin typeface="Courier New"/>
                <a:cs typeface="Courier New"/>
              </a:rPr>
              <a:t>69</a:t>
            </a:r>
            <a:endParaRPr sz="850">
              <a:latin typeface="Courier New"/>
              <a:cs typeface="Courier New"/>
            </a:endParaRPr>
          </a:p>
          <a:p>
            <a:pPr marL="15240">
              <a:lnSpc>
                <a:spcPct val="100000"/>
              </a:lnSpc>
              <a:spcBef>
                <a:spcPts val="60"/>
              </a:spcBef>
            </a:pPr>
            <a:r>
              <a:rPr sz="700" spc="-25" dirty="0">
                <a:solidFill>
                  <a:srgbClr val="6BA7B8"/>
                </a:solidFill>
                <a:latin typeface="Courier New"/>
                <a:cs typeface="Courier New"/>
              </a:rPr>
              <a:t>61</a:t>
            </a:r>
            <a:endParaRPr sz="700">
              <a:latin typeface="Courier New"/>
              <a:cs typeface="Courier New"/>
            </a:endParaRPr>
          </a:p>
          <a:p>
            <a:pPr marL="15240">
              <a:lnSpc>
                <a:spcPct val="100000"/>
              </a:lnSpc>
              <a:spcBef>
                <a:spcPts val="60"/>
              </a:spcBef>
            </a:pPr>
            <a:r>
              <a:rPr sz="700" spc="-25" dirty="0">
                <a:solidFill>
                  <a:srgbClr val="6BA7B8"/>
                </a:solidFill>
                <a:latin typeface="Courier New"/>
                <a:cs typeface="Courier New"/>
              </a:rPr>
              <a:t>62</a:t>
            </a:r>
            <a:endParaRPr sz="700">
              <a:latin typeface="Courier New"/>
              <a:cs typeface="Courier New"/>
            </a:endParaRPr>
          </a:p>
          <a:p>
            <a:pPr marL="2286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63</a:t>
            </a:r>
            <a:endParaRPr sz="7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"/>
              </a:spcBef>
            </a:pPr>
            <a:r>
              <a:rPr sz="700" spc="-25" dirty="0">
                <a:solidFill>
                  <a:srgbClr val="6BA7B8"/>
                </a:solidFill>
                <a:latin typeface="Courier New"/>
                <a:cs typeface="Courier New"/>
              </a:rPr>
              <a:t>64</a:t>
            </a:r>
            <a:endParaRPr sz="700">
              <a:latin typeface="Courier New"/>
              <a:cs typeface="Courier New"/>
            </a:endParaRPr>
          </a:p>
          <a:p>
            <a:pPr marL="2286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65</a:t>
            </a:r>
            <a:endParaRPr sz="7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Courier New"/>
                <a:cs typeface="Courier New"/>
              </a:rPr>
              <a:t>66</a:t>
            </a:r>
            <a:endParaRPr sz="700">
              <a:latin typeface="Courier New"/>
              <a:cs typeface="Courier New"/>
            </a:endParaRPr>
          </a:p>
          <a:p>
            <a:pPr marL="22860">
              <a:lnSpc>
                <a:spcPct val="100000"/>
              </a:lnSpc>
              <a:spcBef>
                <a:spcPts val="85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67</a:t>
            </a:r>
            <a:endParaRPr sz="700">
              <a:latin typeface="Times New Roman"/>
              <a:cs typeface="Times New Roman"/>
            </a:endParaRPr>
          </a:p>
          <a:p>
            <a:pPr marL="22860">
              <a:lnSpc>
                <a:spcPts val="795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68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930"/>
              </a:lnSpc>
            </a:pPr>
            <a:r>
              <a:rPr sz="850" spc="-25" dirty="0">
                <a:solidFill>
                  <a:srgbClr val="6BA7B8"/>
                </a:solidFill>
                <a:latin typeface="Courier New"/>
                <a:cs typeface="Courier New"/>
              </a:rPr>
              <a:t>69</a:t>
            </a:r>
            <a:endParaRPr sz="850">
              <a:latin typeface="Courier New"/>
              <a:cs typeface="Courier New"/>
            </a:endParaRPr>
          </a:p>
          <a:p>
            <a:pPr marL="15875">
              <a:lnSpc>
                <a:spcPts val="975"/>
              </a:lnSpc>
            </a:pPr>
            <a:r>
              <a:rPr sz="850" spc="-25" dirty="0">
                <a:solidFill>
                  <a:srgbClr val="6BA7B8"/>
                </a:solidFill>
                <a:latin typeface="Courier New"/>
                <a:cs typeface="Courier New"/>
              </a:rPr>
              <a:t>79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38335" y="5227249"/>
            <a:ext cx="1350010" cy="273685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12700" marR="5080" indent="1905">
              <a:lnSpc>
                <a:spcPts val="930"/>
              </a:lnSpc>
              <a:spcBef>
                <a:spcPts val="209"/>
              </a:spcBef>
            </a:pPr>
            <a:r>
              <a:rPr sz="850" spc="-105" dirty="0">
                <a:solidFill>
                  <a:srgbClr val="3A3A3A"/>
                </a:solidFill>
                <a:latin typeface="Courier New"/>
                <a:cs typeface="Courier New"/>
              </a:rPr>
              <a:t>bo</a:t>
            </a:r>
            <a:r>
              <a:rPr sz="850" spc="-105" dirty="0">
                <a:solidFill>
                  <a:srgbClr val="575757"/>
                </a:solidFill>
                <a:latin typeface="Courier New"/>
                <a:cs typeface="Courier New"/>
              </a:rPr>
              <a:t>ok.setAva</a:t>
            </a:r>
            <a:r>
              <a:rPr sz="850" spc="-105" dirty="0">
                <a:solidFill>
                  <a:srgbClr val="3A3A3A"/>
                </a:solidFill>
                <a:latin typeface="Courier New"/>
                <a:cs typeface="Courier New"/>
              </a:rPr>
              <a:t>ilable</a:t>
            </a:r>
            <a:r>
              <a:rPr sz="850" spc="-105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105" dirty="0">
                <a:solidFill>
                  <a:srgbClr val="3F3DC1"/>
                </a:solidFill>
                <a:latin typeface="Courier New"/>
                <a:cs typeface="Courier New"/>
              </a:rPr>
              <a:t>f</a:t>
            </a:r>
            <a:r>
              <a:rPr sz="850" spc="-105" dirty="0">
                <a:solidFill>
                  <a:srgbClr val="5456CF"/>
                </a:solidFill>
                <a:latin typeface="Courier New"/>
                <a:cs typeface="Courier New"/>
              </a:rPr>
              <a:t>a</a:t>
            </a:r>
            <a:r>
              <a:rPr sz="850" spc="-105" dirty="0">
                <a:solidFill>
                  <a:srgbClr val="3F3DC1"/>
                </a:solidFill>
                <a:latin typeface="Courier New"/>
                <a:cs typeface="Courier New"/>
              </a:rPr>
              <a:t>l</a:t>
            </a:r>
            <a:r>
              <a:rPr sz="850" spc="-105" dirty="0">
                <a:solidFill>
                  <a:srgbClr val="5456CF"/>
                </a:solidFill>
                <a:latin typeface="Courier New"/>
                <a:cs typeface="Courier New"/>
              </a:rPr>
              <a:t>s</a:t>
            </a:r>
            <a:r>
              <a:rPr sz="850" spc="-105" dirty="0">
                <a:solidFill>
                  <a:srgbClr val="3F3DC1"/>
                </a:solidFill>
                <a:latin typeface="Courier New"/>
                <a:cs typeface="Courier New"/>
              </a:rPr>
              <a:t>e</a:t>
            </a:r>
            <a:r>
              <a:rPr sz="850" spc="-105" dirty="0">
                <a:solidFill>
                  <a:srgbClr val="977562"/>
                </a:solidFill>
                <a:latin typeface="Courier New"/>
                <a:cs typeface="Courier New"/>
              </a:rPr>
              <a:t>)</a:t>
            </a:r>
            <a:r>
              <a:rPr sz="850" spc="-105" dirty="0">
                <a:solidFill>
                  <a:srgbClr val="494949"/>
                </a:solidFill>
                <a:latin typeface="Courier New"/>
                <a:cs typeface="Courier New"/>
              </a:rPr>
              <a:t>; </a:t>
            </a:r>
            <a:r>
              <a:rPr sz="850" spc="-100" dirty="0">
                <a:solidFill>
                  <a:srgbClr val="3A3A3A"/>
                </a:solidFill>
                <a:latin typeface="Courier New"/>
                <a:cs typeface="Courier New"/>
              </a:rPr>
              <a:t>u</a:t>
            </a: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ser.incremen</a:t>
            </a:r>
            <a:r>
              <a:rPr sz="850" spc="-100" dirty="0">
                <a:solidFill>
                  <a:srgbClr val="282624"/>
                </a:solidFill>
                <a:latin typeface="Courier New"/>
                <a:cs typeface="Courier New"/>
              </a:rPr>
              <a:t>tB</a:t>
            </a: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orrowed</a:t>
            </a:r>
            <a:r>
              <a:rPr sz="850" spc="-100" dirty="0">
                <a:solidFill>
                  <a:srgbClr val="A58C7C"/>
                </a:solidFill>
                <a:latin typeface="Courier New"/>
                <a:cs typeface="Courier New"/>
              </a:rPr>
              <a:t>(</a:t>
            </a:r>
            <a:r>
              <a:rPr sz="850" spc="-100" dirty="0">
                <a:solidFill>
                  <a:srgbClr val="977562"/>
                </a:solidFill>
                <a:latin typeface="Courier New"/>
                <a:cs typeface="Courier New"/>
              </a:rPr>
              <a:t>)</a:t>
            </a:r>
            <a:r>
              <a:rPr sz="850" spc="-100" dirty="0">
                <a:solidFill>
                  <a:srgbClr val="575757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48794" y="5594167"/>
            <a:ext cx="337185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35" dirty="0">
                <a:solidFill>
                  <a:srgbClr val="AFAFAF"/>
                </a:solidFill>
                <a:latin typeface="Arial"/>
                <a:cs typeface="Arial"/>
              </a:rPr>
              <a:t>ROBLEMS</a:t>
            </a:r>
            <a:endParaRPr sz="5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07767" y="5594167"/>
            <a:ext cx="1814195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7195" algn="l"/>
                <a:tab pos="1113155" algn="l"/>
                <a:tab pos="1584325" algn="l"/>
              </a:tabLst>
            </a:pPr>
            <a:r>
              <a:rPr sz="550" spc="-10" dirty="0">
                <a:solidFill>
                  <a:srgbClr val="AFAFAF"/>
                </a:solidFill>
                <a:latin typeface="Arial"/>
                <a:cs typeface="Arial"/>
              </a:rPr>
              <a:t>OUTPUT</a:t>
            </a:r>
            <a:r>
              <a:rPr sz="550" dirty="0">
                <a:solidFill>
                  <a:srgbClr val="AFAFAF"/>
                </a:solidFill>
                <a:latin typeface="Arial"/>
                <a:cs typeface="Arial"/>
              </a:rPr>
              <a:t>	</a:t>
            </a:r>
            <a:r>
              <a:rPr sz="550" spc="-45" dirty="0">
                <a:solidFill>
                  <a:srgbClr val="AFAFAF"/>
                </a:solidFill>
                <a:latin typeface="Arial"/>
                <a:cs typeface="Arial"/>
              </a:rPr>
              <a:t>DEBUG</a:t>
            </a:r>
            <a:r>
              <a:rPr sz="550" spc="-15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AFAFAF"/>
                </a:solidFill>
                <a:latin typeface="Arial"/>
                <a:cs typeface="Arial"/>
              </a:rPr>
              <a:t>CONSOLE</a:t>
            </a:r>
            <a:r>
              <a:rPr sz="550" dirty="0">
                <a:solidFill>
                  <a:srgbClr val="AFAFAF"/>
                </a:solidFill>
                <a:latin typeface="Arial"/>
                <a:cs typeface="Arial"/>
              </a:rPr>
              <a:t>	</a:t>
            </a:r>
            <a:r>
              <a:rPr sz="550" spc="-10" dirty="0">
                <a:solidFill>
                  <a:srgbClr val="959595"/>
                </a:solidFill>
                <a:latin typeface="Arial"/>
                <a:cs typeface="Arial"/>
              </a:rPr>
              <a:t>TERM</a:t>
            </a:r>
            <a:r>
              <a:rPr sz="550" spc="-10" dirty="0">
                <a:solidFill>
                  <a:srgbClr val="575757"/>
                </a:solidFill>
                <a:latin typeface="Arial"/>
                <a:cs typeface="Arial"/>
              </a:rPr>
              <a:t>I</a:t>
            </a:r>
            <a:r>
              <a:rPr sz="550" spc="-10" dirty="0">
                <a:solidFill>
                  <a:srgbClr val="959595"/>
                </a:solidFill>
                <a:latin typeface="Arial"/>
                <a:cs typeface="Arial"/>
              </a:rPr>
              <a:t>NAL</a:t>
            </a:r>
            <a:r>
              <a:rPr sz="550" dirty="0">
                <a:solidFill>
                  <a:srgbClr val="959595"/>
                </a:solidFill>
                <a:latin typeface="Arial"/>
                <a:cs typeface="Arial"/>
              </a:rPr>
              <a:t>	</a:t>
            </a:r>
            <a:r>
              <a:rPr sz="550" spc="-35" dirty="0">
                <a:solidFill>
                  <a:srgbClr val="AFAFAF"/>
                </a:solidFill>
                <a:latin typeface="Arial"/>
                <a:cs typeface="Arial"/>
              </a:rPr>
              <a:t>PORTS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8448" y="1480970"/>
            <a:ext cx="3978275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75" dirty="0"/>
              <a:t>Technical </a:t>
            </a:r>
            <a:r>
              <a:rPr spc="-10" dirty="0"/>
              <a:t>Highlight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9000" y="2647114"/>
            <a:ext cx="4440555" cy="67564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Logic:</a:t>
            </a:r>
            <a:endParaRPr sz="160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640"/>
              </a:spcBef>
            </a:pPr>
            <a:r>
              <a:rPr sz="1600" b="1" u="heavy" spc="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Validates</a:t>
            </a:r>
            <a:r>
              <a:rPr sz="1600" b="1" u="heavy" spc="2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availabilitY.</a:t>
            </a:r>
            <a:r>
              <a:rPr sz="1600" b="1" u="heavy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600" b="1" u="heavy" spc="4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spc="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borrowing</a:t>
            </a:r>
            <a:r>
              <a:rPr sz="1600" b="1" u="heavy" spc="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spc="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limits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9815" y="3629206"/>
            <a:ext cx="5125085" cy="10083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695"/>
              </a:spcBef>
            </a:pPr>
            <a:r>
              <a:rPr sz="1700" b="1" u="heavy" spc="1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Why</a:t>
            </a:r>
            <a:endParaRPr sz="1700">
              <a:latin typeface="Arial"/>
              <a:cs typeface="Arial"/>
            </a:endParaRPr>
          </a:p>
          <a:p>
            <a:pPr marL="15240" marR="5080" indent="-3175">
              <a:lnSpc>
                <a:spcPts val="2620"/>
              </a:lnSpc>
            </a:pPr>
            <a:r>
              <a:rPr sz="1600" b="1" u="heavy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Prevents</a:t>
            </a:r>
            <a:r>
              <a:rPr sz="1600" b="1" u="heavy" spc="1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invalid</a:t>
            </a:r>
            <a:r>
              <a:rPr sz="1600" b="1" u="heavy" spc="2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OP-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erations</a:t>
            </a:r>
            <a:r>
              <a:rPr sz="1600" b="1" u="heavy" spc="1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600" b="1" u="heavy" spc="43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spc="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ensures</a:t>
            </a:r>
            <a:r>
              <a:rPr sz="1600" b="1" u="heavy" spc="1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SY.Stem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consistencY.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46124" y="1732157"/>
            <a:ext cx="1953260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" spc="-20" dirty="0">
                <a:solidFill>
                  <a:srgbClr val="B3B3B3"/>
                </a:solidFill>
                <a:latin typeface="Arial"/>
                <a:cs typeface="Arial"/>
              </a:rPr>
              <a:t>&gt;rary-iava-app</a:t>
            </a:r>
            <a:r>
              <a:rPr sz="650" spc="-45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1000" spc="-190" dirty="0">
                <a:solidFill>
                  <a:srgbClr val="B3B3B3"/>
                </a:solidFill>
                <a:latin typeface="Arial"/>
                <a:cs typeface="Arial"/>
              </a:rPr>
              <a:t>&gt;</a:t>
            </a:r>
            <a:r>
              <a:rPr sz="1000" spc="-114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B3B3B3"/>
                </a:solidFill>
                <a:latin typeface="Arial"/>
                <a:cs typeface="Arial"/>
              </a:rPr>
              <a:t>src</a:t>
            </a:r>
            <a:r>
              <a:rPr sz="650" spc="-20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1000" spc="-190" dirty="0">
                <a:solidFill>
                  <a:srgbClr val="B3B3B3"/>
                </a:solidFill>
                <a:latin typeface="Arial"/>
                <a:cs typeface="Arial"/>
              </a:rPr>
              <a:t>&gt;</a:t>
            </a:r>
            <a:r>
              <a:rPr sz="1000" spc="-150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B3B3B3"/>
                </a:solidFill>
                <a:latin typeface="Arial"/>
                <a:cs typeface="Arial"/>
              </a:rPr>
              <a:t>com</a:t>
            </a:r>
            <a:r>
              <a:rPr sz="650" spc="5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1000" spc="-225" dirty="0">
                <a:solidFill>
                  <a:srgbClr val="B3B3B3"/>
                </a:solidFill>
                <a:latin typeface="Arial"/>
                <a:cs typeface="Arial"/>
              </a:rPr>
              <a:t>&gt;</a:t>
            </a:r>
            <a:r>
              <a:rPr sz="1000" spc="-100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B3B3B3"/>
                </a:solidFill>
                <a:latin typeface="Arial"/>
                <a:cs typeface="Arial"/>
              </a:rPr>
              <a:t>library</a:t>
            </a:r>
            <a:r>
              <a:rPr sz="650" spc="20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1000" spc="-65" dirty="0">
                <a:solidFill>
                  <a:srgbClr val="B3B3B3"/>
                </a:solidFill>
                <a:latin typeface="Arial"/>
                <a:cs typeface="Arial"/>
              </a:rPr>
              <a:t>&gt;</a:t>
            </a:r>
            <a:r>
              <a:rPr sz="1000" spc="135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75959"/>
                </a:solidFill>
                <a:latin typeface="Times New Roman"/>
                <a:cs typeface="Times New Roman"/>
              </a:rPr>
              <a:t>J</a:t>
            </a:r>
            <a:r>
              <a:rPr sz="800" spc="340" dirty="0">
                <a:solidFill>
                  <a:srgbClr val="A75959"/>
                </a:solidFill>
                <a:latin typeface="Times New Roman"/>
                <a:cs typeface="Times New Roman"/>
              </a:rPr>
              <a:t> </a:t>
            </a:r>
            <a:r>
              <a:rPr sz="650" spc="-25" dirty="0">
                <a:solidFill>
                  <a:srgbClr val="A3A3A3"/>
                </a:solidFill>
                <a:latin typeface="Arial"/>
                <a:cs typeface="Arial"/>
              </a:rPr>
              <a:t>Library.Java</a:t>
            </a:r>
            <a:endParaRPr sz="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35653" y="2010086"/>
            <a:ext cx="14420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75" spc="-195" baseline="-18518" dirty="0">
                <a:solidFill>
                  <a:srgbClr val="B3B3B3"/>
                </a:solidFill>
                <a:latin typeface="Arial"/>
                <a:cs typeface="Arial"/>
              </a:rPr>
              <a:t>t</a:t>
            </a:r>
            <a:r>
              <a:rPr sz="2475" spc="-195" baseline="-18518" dirty="0">
                <a:solidFill>
                  <a:srgbClr val="977562"/>
                </a:solidFill>
                <a:latin typeface="Arial"/>
                <a:cs typeface="Arial"/>
              </a:rPr>
              <a:t>]</a:t>
            </a:r>
            <a:r>
              <a:rPr sz="850" spc="-130" dirty="0">
                <a:solidFill>
                  <a:srgbClr val="3F3DC1"/>
                </a:solidFill>
                <a:latin typeface="Courier New"/>
                <a:cs typeface="Courier New"/>
              </a:rPr>
              <a:t>for</a:t>
            </a:r>
            <a:r>
              <a:rPr sz="850" spc="-225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50" dirty="0">
                <a:solidFill>
                  <a:srgbClr val="5454CF"/>
                </a:solidFill>
                <a:latin typeface="Courier New"/>
                <a:cs typeface="Courier New"/>
              </a:rPr>
              <a:t>User</a:t>
            </a:r>
            <a:r>
              <a:rPr sz="850" spc="-220" dirty="0">
                <a:solidFill>
                  <a:srgbClr val="5454CF"/>
                </a:solidFill>
                <a:latin typeface="Courier New"/>
                <a:cs typeface="Courier New"/>
              </a:rPr>
              <a:t> </a:t>
            </a:r>
            <a:r>
              <a:rPr sz="850" spc="-114" dirty="0">
                <a:solidFill>
                  <a:srgbClr val="4F4F4F"/>
                </a:solidFill>
                <a:latin typeface="Courier New"/>
                <a:cs typeface="Courier New"/>
              </a:rPr>
              <a:t>user</a:t>
            </a:r>
            <a:r>
              <a:rPr sz="850" spc="-110" dirty="0">
                <a:solidFill>
                  <a:srgbClr val="4F4F4F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5454CF"/>
                </a:solidFill>
                <a:latin typeface="Courier New"/>
                <a:cs typeface="Courier New"/>
              </a:rPr>
              <a:t>:</a:t>
            </a:r>
            <a:r>
              <a:rPr sz="850" spc="-125" dirty="0">
                <a:solidFill>
                  <a:srgbClr val="5454CF"/>
                </a:solidFill>
                <a:latin typeface="Courier New"/>
                <a:cs typeface="Courier New"/>
              </a:rPr>
              <a:t> </a:t>
            </a:r>
            <a:r>
              <a:rPr sz="850" spc="-80" dirty="0">
                <a:solidFill>
                  <a:srgbClr val="4F4F4F"/>
                </a:solidFill>
                <a:latin typeface="Courier New"/>
                <a:cs typeface="Courier New"/>
              </a:rPr>
              <a:t>users</a:t>
            </a:r>
            <a:r>
              <a:rPr sz="850" spc="-80" dirty="0">
                <a:solidFill>
                  <a:srgbClr val="977562"/>
                </a:solidFill>
                <a:latin typeface="Courier New"/>
                <a:cs typeface="Courier New"/>
              </a:rPr>
              <a:t>)</a:t>
            </a:r>
            <a:r>
              <a:rPr sz="850" spc="-405" dirty="0">
                <a:solidFill>
                  <a:srgbClr val="977562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977562"/>
                </a:solidFill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46922" y="2240928"/>
            <a:ext cx="1990725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3F3DC1"/>
                </a:solidFill>
                <a:latin typeface="Times New Roman"/>
                <a:cs typeface="Times New Roman"/>
              </a:rPr>
              <a:t>..LI</a:t>
            </a:r>
            <a:r>
              <a:rPr sz="350" spc="285" dirty="0">
                <a:solidFill>
                  <a:srgbClr val="3F3DC1"/>
                </a:solidFill>
                <a:latin typeface="Times New Roman"/>
                <a:cs typeface="Times New Roman"/>
              </a:rPr>
              <a:t>  </a:t>
            </a:r>
            <a:r>
              <a:rPr sz="400" b="1" spc="80" dirty="0">
                <a:solidFill>
                  <a:srgbClr val="5D75D6"/>
                </a:solidFill>
                <a:latin typeface="Arial"/>
                <a:cs typeface="Arial"/>
              </a:rPr>
              <a:t>\</a:t>
            </a:r>
            <a:r>
              <a:rPr sz="400" b="1" spc="80" dirty="0">
                <a:solidFill>
                  <a:srgbClr val="4F4F4F"/>
                </a:solidFill>
                <a:latin typeface="Arial"/>
                <a:cs typeface="Arial"/>
              </a:rPr>
              <a:t>U::tc1</a:t>
            </a:r>
            <a:r>
              <a:rPr sz="400" b="1" spc="8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400" b="1" spc="70" dirty="0">
                <a:solidFill>
                  <a:srgbClr val="4F4F4F"/>
                </a:solidFill>
                <a:latin typeface="Arial"/>
                <a:cs typeface="Arial"/>
              </a:rPr>
              <a:t>.yct..</a:t>
            </a:r>
            <a:r>
              <a:rPr sz="400" b="1" spc="70" dirty="0">
                <a:solidFill>
                  <a:srgbClr val="2A2828"/>
                </a:solidFill>
                <a:latin typeface="Arial"/>
                <a:cs typeface="Arial"/>
              </a:rPr>
              <a:t>..L</a:t>
            </a:r>
            <a:r>
              <a:rPr sz="400" b="1" spc="70" dirty="0">
                <a:solidFill>
                  <a:srgbClr val="4F4F4F"/>
                </a:solidFill>
                <a:latin typeface="Arial"/>
                <a:cs typeface="Arial"/>
              </a:rPr>
              <a:t>U</a:t>
            </a:r>
            <a:r>
              <a:rPr sz="400" b="1" spc="70" dirty="0">
                <a:solidFill>
                  <a:srgbClr val="75A875"/>
                </a:solidFill>
                <a:latin typeface="Arial"/>
                <a:cs typeface="Arial"/>
              </a:rPr>
              <a:t>\</a:t>
            </a:r>
            <a:r>
              <a:rPr sz="400" b="1" spc="195" dirty="0">
                <a:solidFill>
                  <a:srgbClr val="75A875"/>
                </a:solidFill>
                <a:latin typeface="Arial"/>
                <a:cs typeface="Arial"/>
              </a:rPr>
              <a:t> </a:t>
            </a:r>
            <a:r>
              <a:rPr sz="400" b="1" i="1" dirty="0">
                <a:solidFill>
                  <a:srgbClr val="75A875"/>
                </a:solidFill>
                <a:latin typeface="Arial"/>
                <a:cs typeface="Arial"/>
              </a:rPr>
              <a:t>J</a:t>
            </a:r>
            <a:r>
              <a:rPr sz="400" b="1" i="1" spc="165" dirty="0">
                <a:solidFill>
                  <a:srgbClr val="75A875"/>
                </a:solidFill>
                <a:latin typeface="Arial"/>
                <a:cs typeface="Arial"/>
              </a:rPr>
              <a:t> </a:t>
            </a:r>
            <a:r>
              <a:rPr sz="400" b="1" spc="60" dirty="0">
                <a:solidFill>
                  <a:srgbClr val="4F4F4F"/>
                </a:solidFill>
                <a:latin typeface="Arial"/>
                <a:cs typeface="Arial"/>
              </a:rPr>
              <a:t>.c"4ua\..;)..1.y</a:t>
            </a:r>
            <a:r>
              <a:rPr sz="400" b="1" spc="60" dirty="0">
                <a:solidFill>
                  <a:srgbClr val="727272"/>
                </a:solidFill>
                <a:latin typeface="Arial"/>
                <a:cs typeface="Arial"/>
              </a:rPr>
              <a:t>1</a:t>
            </a:r>
            <a:r>
              <a:rPr sz="400" b="1" spc="60" dirty="0">
                <a:solidFill>
                  <a:srgbClr val="4F4F4F"/>
                </a:solidFill>
                <a:latin typeface="Arial"/>
                <a:cs typeface="Arial"/>
              </a:rPr>
              <a:t>1u1c\..a::.c</a:t>
            </a:r>
            <a:r>
              <a:rPr sz="400" b="1" spc="60" dirty="0">
                <a:solidFill>
                  <a:srgbClr val="89B589"/>
                </a:solidFill>
                <a:latin typeface="Arial"/>
                <a:cs typeface="Arial"/>
              </a:rPr>
              <a:t>\</a:t>
            </a:r>
            <a:r>
              <a:rPr sz="400" b="1" spc="60" dirty="0">
                <a:solidFill>
                  <a:srgbClr val="4F4F4F"/>
                </a:solidFill>
                <a:latin typeface="Arial"/>
                <a:cs typeface="Arial"/>
              </a:rPr>
              <a:t>..LU</a:t>
            </a:r>
            <a:r>
              <a:rPr sz="400" b="1" spc="60" dirty="0">
                <a:solidFill>
                  <a:srgbClr val="75A875"/>
                </a:solidFill>
                <a:latin typeface="Arial"/>
                <a:cs typeface="Arial"/>
              </a:rPr>
              <a:t>/</a:t>
            </a:r>
            <a:r>
              <a:rPr sz="400" b="1" spc="60" dirty="0">
                <a:solidFill>
                  <a:srgbClr val="5D75D6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1141" y="2412182"/>
            <a:ext cx="67310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25" dirty="0">
                <a:solidFill>
                  <a:srgbClr val="3F3DC1"/>
                </a:solidFill>
                <a:latin typeface="Courier New"/>
                <a:cs typeface="Courier New"/>
              </a:rPr>
              <a:t>return</a:t>
            </a:r>
            <a:r>
              <a:rPr sz="850" spc="-2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3F3DC1"/>
                </a:solidFill>
                <a:latin typeface="Courier New"/>
                <a:cs typeface="Courier New"/>
              </a:rPr>
              <a:t>null</a:t>
            </a:r>
            <a:r>
              <a:rPr sz="850" spc="-50" dirty="0">
                <a:solidFill>
                  <a:srgbClr val="4F4F4F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18634" y="2545627"/>
            <a:ext cx="8382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35" dirty="0">
                <a:solidFill>
                  <a:srgbClr val="75A875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49546" y="1879891"/>
            <a:ext cx="2426970" cy="326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>
              <a:lnSpc>
                <a:spcPts val="960"/>
              </a:lnSpc>
              <a:spcBef>
                <a:spcPts val="100"/>
              </a:spcBef>
              <a:tabLst>
                <a:tab pos="289560" algn="l"/>
              </a:tabLst>
            </a:pPr>
            <a:r>
              <a:rPr sz="850" spc="-50" dirty="0">
                <a:solidFill>
                  <a:srgbClr val="6BA7B8"/>
                </a:solidFill>
                <a:latin typeface="Courier New"/>
                <a:cs typeface="Courier New"/>
              </a:rPr>
              <a:t>5</a:t>
            </a:r>
            <a:r>
              <a:rPr sz="850" dirty="0">
                <a:solidFill>
                  <a:srgbClr val="6BA7B8"/>
                </a:solidFill>
                <a:latin typeface="Courier New"/>
                <a:cs typeface="Courier New"/>
              </a:rPr>
              <a:t>	</a:t>
            </a:r>
            <a:r>
              <a:rPr sz="850" spc="-125" dirty="0">
                <a:solidFill>
                  <a:srgbClr val="5454CF"/>
                </a:solidFill>
                <a:latin typeface="Courier New"/>
                <a:cs typeface="Courier New"/>
              </a:rPr>
              <a:t>public</a:t>
            </a:r>
            <a:r>
              <a:rPr sz="850" spc="-70" dirty="0">
                <a:solidFill>
                  <a:srgbClr val="5454CF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5454CF"/>
                </a:solidFill>
                <a:latin typeface="Courier New"/>
                <a:cs typeface="Courier New"/>
              </a:rPr>
              <a:t>class</a:t>
            </a:r>
            <a:r>
              <a:rPr sz="850" spc="-35" dirty="0">
                <a:solidFill>
                  <a:srgbClr val="5454CF"/>
                </a:solidFill>
                <a:latin typeface="Courier New"/>
                <a:cs typeface="Courier New"/>
              </a:rPr>
              <a:t> </a:t>
            </a:r>
            <a:r>
              <a:rPr sz="850" spc="-120" dirty="0">
                <a:solidFill>
                  <a:srgbClr val="6BA7B8"/>
                </a:solidFill>
                <a:latin typeface="Courier New"/>
                <a:cs typeface="Courier New"/>
              </a:rPr>
              <a:t>Library</a:t>
            </a:r>
            <a:r>
              <a:rPr sz="850" spc="-125" dirty="0">
                <a:solidFill>
                  <a:srgbClr val="6BA7B8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5D75D6"/>
                </a:solidFill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  <a:p>
            <a:pPr marL="12700" marR="5080">
              <a:lnSpc>
                <a:spcPts val="930"/>
              </a:lnSpc>
              <a:spcBef>
                <a:spcPts val="50"/>
              </a:spcBef>
              <a:tabLst>
                <a:tab pos="496570" algn="l"/>
              </a:tabLst>
            </a:pPr>
            <a:r>
              <a:rPr sz="850" spc="-25" dirty="0">
                <a:solidFill>
                  <a:srgbClr val="6BA7B8"/>
                </a:solidFill>
                <a:latin typeface="Courier New"/>
                <a:cs typeface="Courier New"/>
              </a:rPr>
              <a:t>41</a:t>
            </a:r>
            <a:r>
              <a:rPr sz="850" dirty="0">
                <a:solidFill>
                  <a:srgbClr val="6BA7B8"/>
                </a:solidFill>
                <a:latin typeface="Courier New"/>
                <a:cs typeface="Courier New"/>
              </a:rPr>
              <a:t>	</a:t>
            </a:r>
            <a:r>
              <a:rPr sz="850" spc="-125" dirty="0">
                <a:solidFill>
                  <a:srgbClr val="3F3DC1"/>
                </a:solidFill>
                <a:latin typeface="Courier New"/>
                <a:cs typeface="Courier New"/>
              </a:rPr>
              <a:t>public</a:t>
            </a:r>
            <a:r>
              <a:rPr sz="850" spc="1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3F3DC1"/>
                </a:solidFill>
                <a:latin typeface="Courier New"/>
                <a:cs typeface="Courier New"/>
              </a:rPr>
              <a:t>User</a:t>
            </a:r>
            <a:r>
              <a:rPr sz="850" spc="-6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105" dirty="0">
                <a:solidFill>
                  <a:srgbClr val="4F4F4F"/>
                </a:solidFill>
                <a:latin typeface="Courier New"/>
                <a:cs typeface="Courier New"/>
              </a:rPr>
              <a:t>findUserByid</a:t>
            </a:r>
            <a:r>
              <a:rPr sz="850" spc="-105" dirty="0">
                <a:solidFill>
                  <a:srgbClr val="75A875"/>
                </a:solidFill>
                <a:latin typeface="Courier New"/>
                <a:cs typeface="Courier New"/>
              </a:rPr>
              <a:t>(</a:t>
            </a:r>
            <a:r>
              <a:rPr sz="850" spc="-105" dirty="0">
                <a:solidFill>
                  <a:srgbClr val="5454CF"/>
                </a:solidFill>
                <a:latin typeface="Courier New"/>
                <a:cs typeface="Courier New"/>
              </a:rPr>
              <a:t>String</a:t>
            </a:r>
            <a:r>
              <a:rPr sz="850" spc="-185" dirty="0">
                <a:solidFill>
                  <a:srgbClr val="5454CF"/>
                </a:solidFill>
                <a:latin typeface="Courier New"/>
                <a:cs typeface="Courier New"/>
              </a:rPr>
              <a:t> </a:t>
            </a:r>
            <a:r>
              <a:rPr sz="850" spc="-20" dirty="0">
                <a:solidFill>
                  <a:srgbClr val="A3A3A3"/>
                </a:solidFill>
                <a:latin typeface="Courier New"/>
                <a:cs typeface="Courier New"/>
              </a:rPr>
              <a:t>id</a:t>
            </a:r>
            <a:r>
              <a:rPr sz="850" spc="-20" dirty="0">
                <a:solidFill>
                  <a:srgbClr val="75A875"/>
                </a:solidFill>
                <a:latin typeface="Courier New"/>
                <a:cs typeface="Courier New"/>
              </a:rPr>
              <a:t>){ </a:t>
            </a:r>
            <a:r>
              <a:rPr sz="850" spc="-25" dirty="0">
                <a:solidFill>
                  <a:srgbClr val="6BA7B8"/>
                </a:solidFill>
                <a:latin typeface="Courier New"/>
                <a:cs typeface="Courier New"/>
              </a:rPr>
              <a:t>42</a:t>
            </a:r>
            <a:endParaRPr sz="850">
              <a:latin typeface="Courier New"/>
              <a:cs typeface="Courier New"/>
            </a:endParaRPr>
          </a:p>
          <a:p>
            <a:pPr marL="22860">
              <a:lnSpc>
                <a:spcPts val="810"/>
              </a:lnSpc>
              <a:spcBef>
                <a:spcPts val="545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44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990"/>
              </a:lnSpc>
            </a:pPr>
            <a:r>
              <a:rPr sz="850" spc="-25" dirty="0">
                <a:solidFill>
                  <a:srgbClr val="6BA7B8"/>
                </a:solidFill>
                <a:latin typeface="Courier New"/>
                <a:cs typeface="Courier New"/>
              </a:rPr>
              <a:t>45</a:t>
            </a:r>
            <a:endParaRPr sz="850">
              <a:latin typeface="Courier New"/>
              <a:cs typeface="Courier New"/>
            </a:endParaRPr>
          </a:p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sz="700" spc="-25" dirty="0">
                <a:solidFill>
                  <a:srgbClr val="6BA7B8"/>
                </a:solidFill>
                <a:latin typeface="Courier New"/>
                <a:cs typeface="Courier New"/>
              </a:rPr>
              <a:t>46</a:t>
            </a:r>
            <a:endParaRPr sz="7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15"/>
              </a:spcBef>
            </a:pPr>
            <a:r>
              <a:rPr sz="800" spc="-25" dirty="0">
                <a:solidFill>
                  <a:srgbClr val="6BA7B8"/>
                </a:solidFill>
                <a:latin typeface="Courier New"/>
                <a:cs typeface="Courier New"/>
              </a:rPr>
              <a:t>47</a:t>
            </a:r>
            <a:endParaRPr sz="800">
              <a:latin typeface="Courier New"/>
              <a:cs typeface="Courier New"/>
            </a:endParaRPr>
          </a:p>
          <a:p>
            <a:pPr marL="22860">
              <a:lnSpc>
                <a:spcPct val="100000"/>
              </a:lnSpc>
              <a:spcBef>
                <a:spcPts val="4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48</a:t>
            </a:r>
            <a:endParaRPr sz="7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49</a:t>
            </a:r>
            <a:endParaRPr sz="700">
              <a:latin typeface="Times New Roman"/>
              <a:cs typeface="Times New Roman"/>
            </a:endParaRPr>
          </a:p>
          <a:p>
            <a:pPr marL="20320">
              <a:lnSpc>
                <a:spcPts val="835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59</a:t>
            </a:r>
            <a:endParaRPr sz="700">
              <a:latin typeface="Times New Roman"/>
              <a:cs typeface="Times New Roman"/>
            </a:endParaRPr>
          </a:p>
          <a:p>
            <a:pPr marL="14604">
              <a:lnSpc>
                <a:spcPts val="940"/>
              </a:lnSpc>
            </a:pPr>
            <a:r>
              <a:rPr sz="800" spc="-25" dirty="0">
                <a:solidFill>
                  <a:srgbClr val="6BA7B8"/>
                </a:solidFill>
                <a:latin typeface="Courier New"/>
                <a:cs typeface="Courier New"/>
              </a:rPr>
              <a:t>51</a:t>
            </a:r>
            <a:endParaRPr sz="800">
              <a:latin typeface="Courier New"/>
              <a:cs typeface="Courier New"/>
            </a:endParaRPr>
          </a:p>
          <a:p>
            <a:pPr marL="14604">
              <a:lnSpc>
                <a:spcPts val="944"/>
              </a:lnSpc>
            </a:pPr>
            <a:r>
              <a:rPr sz="800" spc="-25" dirty="0">
                <a:solidFill>
                  <a:srgbClr val="6BA7B8"/>
                </a:solidFill>
                <a:latin typeface="Courier New"/>
                <a:cs typeface="Courier New"/>
              </a:rPr>
              <a:t>52</a:t>
            </a:r>
            <a:endParaRPr sz="800">
              <a:latin typeface="Courier New"/>
              <a:cs typeface="Courier New"/>
            </a:endParaRPr>
          </a:p>
          <a:p>
            <a:pPr marL="20320">
              <a:lnSpc>
                <a:spcPts val="795"/>
              </a:lnSpc>
              <a:spcBef>
                <a:spcPts val="65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53</a:t>
            </a:r>
            <a:endParaRPr sz="700">
              <a:latin typeface="Times New Roman"/>
              <a:cs typeface="Times New Roman"/>
            </a:endParaRPr>
          </a:p>
          <a:p>
            <a:pPr marL="13970">
              <a:lnSpc>
                <a:spcPts val="944"/>
              </a:lnSpc>
            </a:pPr>
            <a:r>
              <a:rPr sz="850" spc="-25" dirty="0">
                <a:solidFill>
                  <a:srgbClr val="6BA7B8"/>
                </a:solidFill>
                <a:latin typeface="Courier New"/>
                <a:cs typeface="Courier New"/>
              </a:rPr>
              <a:t>54</a:t>
            </a:r>
            <a:endParaRPr sz="850">
              <a:latin typeface="Courier New"/>
              <a:cs typeface="Courier New"/>
            </a:endParaRPr>
          </a:p>
          <a:p>
            <a:pPr marL="13970">
              <a:lnSpc>
                <a:spcPts val="990"/>
              </a:lnSpc>
            </a:pPr>
            <a:r>
              <a:rPr sz="850" spc="-25" dirty="0">
                <a:solidFill>
                  <a:srgbClr val="6BA7B8"/>
                </a:solidFill>
                <a:latin typeface="Courier New"/>
                <a:cs typeface="Courier New"/>
              </a:rPr>
              <a:t>55</a:t>
            </a:r>
            <a:endParaRPr sz="850">
              <a:latin typeface="Courier New"/>
              <a:cs typeface="Courier New"/>
            </a:endParaRPr>
          </a:p>
          <a:p>
            <a:pPr marL="20320">
              <a:lnSpc>
                <a:spcPct val="100000"/>
              </a:lnSpc>
              <a:spcBef>
                <a:spcPts val="3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56</a:t>
            </a:r>
            <a:endParaRPr sz="7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57</a:t>
            </a:r>
            <a:endParaRPr sz="7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58</a:t>
            </a:r>
            <a:endParaRPr sz="7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85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59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Courier New"/>
                <a:cs typeface="Courier New"/>
              </a:rPr>
              <a:t>69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Courier New"/>
                <a:cs typeface="Courier New"/>
              </a:rPr>
              <a:t>61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700" spc="-25" dirty="0">
                <a:solidFill>
                  <a:srgbClr val="6BA7B8"/>
                </a:solidFill>
                <a:latin typeface="Courier New"/>
                <a:cs typeface="Courier New"/>
              </a:rPr>
              <a:t>62</a:t>
            </a:r>
            <a:endParaRPr sz="700">
              <a:latin typeface="Courier New"/>
              <a:cs typeface="Courier New"/>
            </a:endParaRPr>
          </a:p>
          <a:p>
            <a:pPr marL="20320">
              <a:lnSpc>
                <a:spcPct val="100000"/>
              </a:lnSpc>
              <a:spcBef>
                <a:spcPts val="85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63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Courier New"/>
                <a:cs typeface="Courier New"/>
              </a:rPr>
              <a:t>64</a:t>
            </a:r>
            <a:endParaRPr sz="700">
              <a:latin typeface="Courier New"/>
              <a:cs typeface="Courier New"/>
            </a:endParaRPr>
          </a:p>
          <a:p>
            <a:pPr marL="2032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65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700" spc="-25" dirty="0">
                <a:solidFill>
                  <a:srgbClr val="6BA7B8"/>
                </a:solidFill>
                <a:latin typeface="Courier New"/>
                <a:cs typeface="Courier New"/>
              </a:rPr>
              <a:t>66</a:t>
            </a:r>
            <a:endParaRPr sz="700">
              <a:latin typeface="Courier New"/>
              <a:cs typeface="Courier New"/>
            </a:endParaRPr>
          </a:p>
          <a:p>
            <a:pPr marL="20320">
              <a:lnSpc>
                <a:spcPct val="100000"/>
              </a:lnSpc>
              <a:spcBef>
                <a:spcPts val="90"/>
              </a:spcBef>
            </a:pPr>
            <a:r>
              <a:rPr sz="700" spc="-25" dirty="0">
                <a:solidFill>
                  <a:srgbClr val="6BA7B8"/>
                </a:solidFill>
                <a:latin typeface="Times New Roman"/>
                <a:cs typeface="Times New Roman"/>
              </a:rPr>
              <a:t>67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81676" y="2240160"/>
            <a:ext cx="59563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dirty="0">
                <a:solidFill>
                  <a:srgbClr val="5454CF"/>
                </a:solidFill>
                <a:latin typeface="Arial"/>
                <a:cs typeface="Arial"/>
              </a:rPr>
              <a:t>I</a:t>
            </a:r>
            <a:r>
              <a:rPr sz="300" b="1" spc="190" dirty="0">
                <a:solidFill>
                  <a:srgbClr val="5454CF"/>
                </a:solidFill>
                <a:latin typeface="Arial"/>
                <a:cs typeface="Arial"/>
              </a:rPr>
              <a:t> </a:t>
            </a:r>
            <a:r>
              <a:rPr sz="300" b="1" spc="114" dirty="0">
                <a:solidFill>
                  <a:srgbClr val="5454CF"/>
                </a:solidFill>
                <a:latin typeface="Arial"/>
                <a:cs typeface="Arial"/>
              </a:rPr>
              <a:t>Cl..UI</a:t>
            </a:r>
            <a:r>
              <a:rPr sz="300" b="1" spc="30" dirty="0">
                <a:solidFill>
                  <a:srgbClr val="5454CF"/>
                </a:solidFill>
                <a:latin typeface="Arial"/>
                <a:cs typeface="Arial"/>
              </a:rPr>
              <a:t> </a:t>
            </a:r>
            <a:r>
              <a:rPr sz="300" b="1" spc="75" dirty="0">
                <a:solidFill>
                  <a:srgbClr val="5454CF"/>
                </a:solidFill>
                <a:latin typeface="Arial"/>
                <a:cs typeface="Arial"/>
              </a:rPr>
              <a:t>II</a:t>
            </a:r>
            <a:r>
              <a:rPr sz="300" b="1" spc="455" dirty="0">
                <a:solidFill>
                  <a:srgbClr val="5454CF"/>
                </a:solidFill>
                <a:latin typeface="Arial"/>
                <a:cs typeface="Arial"/>
              </a:rPr>
              <a:t> </a:t>
            </a:r>
            <a:r>
              <a:rPr sz="300" b="1" spc="100" dirty="0">
                <a:solidFill>
                  <a:srgbClr val="4F4F4F"/>
                </a:solidFill>
                <a:latin typeface="Arial"/>
                <a:cs typeface="Arial"/>
              </a:rPr>
              <a:t>U;:)CI</a:t>
            </a:r>
            <a:r>
              <a:rPr sz="300" b="1" spc="3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350" b="1" spc="-50" dirty="0">
                <a:solidFill>
                  <a:srgbClr val="3A3A3A"/>
                </a:solidFill>
                <a:latin typeface="Arial"/>
                <a:cs typeface="Arial"/>
              </a:rPr>
              <a:t>r</a:t>
            </a:r>
            <a:endParaRPr sz="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33730" y="2762279"/>
            <a:ext cx="2839085" cy="391795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213995" marR="5080" indent="-201930">
              <a:lnSpc>
                <a:spcPts val="930"/>
              </a:lnSpc>
              <a:spcBef>
                <a:spcPts val="209"/>
              </a:spcBef>
              <a:tabLst>
                <a:tab pos="1863725" algn="l"/>
              </a:tabLst>
            </a:pPr>
            <a:r>
              <a:rPr sz="850" spc="-125" dirty="0">
                <a:solidFill>
                  <a:srgbClr val="3F3DC1"/>
                </a:solidFill>
                <a:latin typeface="Courier New"/>
                <a:cs typeface="Courier New"/>
              </a:rPr>
              <a:t>public</a:t>
            </a:r>
            <a:r>
              <a:rPr sz="85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120" dirty="0">
                <a:solidFill>
                  <a:srgbClr val="3F3DC1"/>
                </a:solidFill>
                <a:latin typeface="Courier New"/>
                <a:cs typeface="Courier New"/>
              </a:rPr>
              <a:t>boolean</a:t>
            </a:r>
            <a:r>
              <a:rPr sz="850" spc="-7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4D3828"/>
                </a:solidFill>
                <a:latin typeface="Courier New"/>
                <a:cs typeface="Courier New"/>
              </a:rPr>
              <a:t>iss</a:t>
            </a:r>
            <a:r>
              <a:rPr sz="850" spc="-10" dirty="0">
                <a:solidFill>
                  <a:srgbClr val="2A2828"/>
                </a:solidFill>
                <a:latin typeface="Courier New"/>
                <a:cs typeface="Courier New"/>
              </a:rPr>
              <a:t>u</a:t>
            </a:r>
            <a:r>
              <a:rPr sz="850" spc="-10" dirty="0">
                <a:solidFill>
                  <a:srgbClr val="604638"/>
                </a:solidFill>
                <a:latin typeface="Courier New"/>
                <a:cs typeface="Courier New"/>
              </a:rPr>
              <a:t>e</a:t>
            </a:r>
            <a:r>
              <a:rPr sz="850" spc="-10" dirty="0">
                <a:solidFill>
                  <a:srgbClr val="2A2828"/>
                </a:solidFill>
                <a:latin typeface="Courier New"/>
                <a:cs typeface="Courier New"/>
              </a:rPr>
              <a:t>B</a:t>
            </a:r>
            <a:r>
              <a:rPr sz="850" spc="-10" dirty="0">
                <a:solidFill>
                  <a:srgbClr val="4D3828"/>
                </a:solidFill>
                <a:latin typeface="Courier New"/>
                <a:cs typeface="Courier New"/>
              </a:rPr>
              <a:t>ook</a:t>
            </a:r>
            <a:r>
              <a:rPr sz="850" spc="-10" dirty="0">
                <a:solidFill>
                  <a:srgbClr val="779554"/>
                </a:solidFill>
                <a:latin typeface="Courier New"/>
                <a:cs typeface="Courier New"/>
              </a:rPr>
              <a:t>(</a:t>
            </a:r>
            <a:r>
              <a:rPr sz="850" spc="-10" dirty="0">
                <a:solidFill>
                  <a:srgbClr val="5B42B5"/>
                </a:solidFill>
                <a:latin typeface="Courier New"/>
                <a:cs typeface="Courier New"/>
              </a:rPr>
              <a:t>S</a:t>
            </a:r>
            <a:r>
              <a:rPr sz="850" spc="-10" dirty="0">
                <a:solidFill>
                  <a:srgbClr val="3F3DC1"/>
                </a:solidFill>
                <a:latin typeface="Courier New"/>
                <a:cs typeface="Courier New"/>
              </a:rPr>
              <a:t>tr</a:t>
            </a:r>
            <a:r>
              <a:rPr sz="850" spc="-10" dirty="0">
                <a:solidFill>
                  <a:srgbClr val="5B42B5"/>
                </a:solidFill>
                <a:latin typeface="Courier New"/>
                <a:cs typeface="Courier New"/>
              </a:rPr>
              <a:t>ing</a:t>
            </a:r>
            <a:r>
              <a:rPr sz="850" dirty="0">
                <a:solidFill>
                  <a:srgbClr val="5B42B5"/>
                </a:solidFill>
                <a:latin typeface="Courier New"/>
                <a:cs typeface="Courier New"/>
              </a:rPr>
              <a:t>	</a:t>
            </a:r>
            <a:r>
              <a:rPr sz="850" dirty="0">
                <a:solidFill>
                  <a:srgbClr val="A39082"/>
                </a:solidFill>
                <a:latin typeface="Courier New"/>
                <a:cs typeface="Courier New"/>
              </a:rPr>
              <a:t>:d</a:t>
            </a:r>
            <a:r>
              <a:rPr sz="850" dirty="0">
                <a:solidFill>
                  <a:srgbClr val="4D3828"/>
                </a:solidFill>
                <a:latin typeface="Courier New"/>
                <a:cs typeface="Courier New"/>
              </a:rPr>
              <a:t>,</a:t>
            </a:r>
            <a:r>
              <a:rPr sz="850" spc="-365" dirty="0">
                <a:solidFill>
                  <a:srgbClr val="4D3828"/>
                </a:solidFill>
                <a:latin typeface="Courier New"/>
                <a:cs typeface="Courier New"/>
              </a:rPr>
              <a:t> </a:t>
            </a:r>
            <a:r>
              <a:rPr sz="850" spc="-114" dirty="0">
                <a:solidFill>
                  <a:srgbClr val="5B42B5"/>
                </a:solidFill>
                <a:latin typeface="Courier New"/>
                <a:cs typeface="Courier New"/>
              </a:rPr>
              <a:t>String</a:t>
            </a:r>
            <a:r>
              <a:rPr sz="850" spc="-210" dirty="0">
                <a:solidFill>
                  <a:srgbClr val="5B42B5"/>
                </a:solidFill>
                <a:latin typeface="Courier New"/>
                <a:cs typeface="Courier New"/>
              </a:rPr>
              <a:t> </a:t>
            </a:r>
            <a:r>
              <a:rPr sz="850" spc="100" dirty="0">
                <a:solidFill>
                  <a:srgbClr val="A39082"/>
                </a:solidFill>
                <a:latin typeface="Courier New"/>
                <a:cs typeface="Courier New"/>
              </a:rPr>
              <a:t>sbn</a:t>
            </a:r>
            <a:r>
              <a:rPr sz="850" spc="100" dirty="0">
                <a:solidFill>
                  <a:srgbClr val="779554"/>
                </a:solidFill>
                <a:latin typeface="Courier New"/>
                <a:cs typeface="Courier New"/>
              </a:rPr>
              <a:t>){ </a:t>
            </a:r>
            <a:r>
              <a:rPr sz="850" spc="-100" dirty="0">
                <a:solidFill>
                  <a:srgbClr val="3F3DC1"/>
                </a:solidFill>
                <a:latin typeface="Courier New"/>
                <a:cs typeface="Courier New"/>
              </a:rPr>
              <a:t>User</a:t>
            </a:r>
            <a:r>
              <a:rPr sz="850" spc="-9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25" dirty="0">
                <a:solidFill>
                  <a:srgbClr val="4F4F4F"/>
                </a:solidFill>
                <a:latin typeface="Courier New"/>
                <a:cs typeface="Courier New"/>
              </a:rPr>
              <a:t>user=</a:t>
            </a:r>
            <a:r>
              <a:rPr sz="850" spc="-160" dirty="0">
                <a:solidFill>
                  <a:srgbClr val="4F4F4F"/>
                </a:solidFill>
                <a:latin typeface="Courier New"/>
                <a:cs typeface="Courier New"/>
              </a:rPr>
              <a:t> </a:t>
            </a:r>
            <a:r>
              <a:rPr sz="850" spc="-55" dirty="0">
                <a:solidFill>
                  <a:srgbClr val="2A2828"/>
                </a:solidFill>
                <a:latin typeface="Courier New"/>
                <a:cs typeface="Courier New"/>
              </a:rPr>
              <a:t>f</a:t>
            </a:r>
            <a:r>
              <a:rPr sz="850" spc="-55" dirty="0">
                <a:solidFill>
                  <a:srgbClr val="4F4F4F"/>
                </a:solidFill>
                <a:latin typeface="Courier New"/>
                <a:cs typeface="Courier New"/>
              </a:rPr>
              <a:t>i</a:t>
            </a:r>
            <a:r>
              <a:rPr sz="850" spc="-55" dirty="0">
                <a:solidFill>
                  <a:srgbClr val="2A2828"/>
                </a:solidFill>
                <a:latin typeface="Courier New"/>
                <a:cs typeface="Courier New"/>
              </a:rPr>
              <a:t>n</a:t>
            </a:r>
            <a:r>
              <a:rPr sz="850" spc="-55" dirty="0">
                <a:solidFill>
                  <a:srgbClr val="4F4F4F"/>
                </a:solidFill>
                <a:latin typeface="Courier New"/>
                <a:cs typeface="Courier New"/>
              </a:rPr>
              <a:t>dUser</a:t>
            </a:r>
            <a:r>
              <a:rPr sz="850" spc="-55" dirty="0">
                <a:solidFill>
                  <a:srgbClr val="2A2828"/>
                </a:solidFill>
                <a:latin typeface="Courier New"/>
                <a:cs typeface="Courier New"/>
              </a:rPr>
              <a:t>B</a:t>
            </a:r>
            <a:r>
              <a:rPr sz="850" spc="-55" dirty="0">
                <a:solidFill>
                  <a:srgbClr val="4F4F4F"/>
                </a:solidFill>
                <a:latin typeface="Courier New"/>
                <a:cs typeface="Courier New"/>
              </a:rPr>
              <a:t>yid</a:t>
            </a:r>
            <a:r>
              <a:rPr sz="850" spc="-55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55" dirty="0">
                <a:solidFill>
                  <a:srgbClr val="4F4F4F"/>
                </a:solidFill>
                <a:latin typeface="Courier New"/>
                <a:cs typeface="Courier New"/>
              </a:rPr>
              <a:t>userid</a:t>
            </a:r>
            <a:r>
              <a:rPr sz="850" spc="-55" dirty="0">
                <a:solidFill>
                  <a:srgbClr val="977562"/>
                </a:solidFill>
                <a:latin typeface="Courier New"/>
                <a:cs typeface="Courier New"/>
              </a:rPr>
              <a:t>)</a:t>
            </a:r>
            <a:r>
              <a:rPr sz="850" spc="-55" dirty="0">
                <a:solidFill>
                  <a:srgbClr val="3A3A3A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  <a:p>
            <a:pPr marL="217170">
              <a:lnSpc>
                <a:spcPts val="910"/>
              </a:lnSpc>
            </a:pPr>
            <a:r>
              <a:rPr sz="850" spc="-114" dirty="0">
                <a:solidFill>
                  <a:srgbClr val="3F3DC1"/>
                </a:solidFill>
                <a:latin typeface="Courier New"/>
                <a:cs typeface="Courier New"/>
              </a:rPr>
              <a:t>Book</a:t>
            </a:r>
            <a:r>
              <a:rPr sz="850" spc="-45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30" dirty="0">
                <a:solidFill>
                  <a:srgbClr val="3A3A3A"/>
                </a:solidFill>
                <a:latin typeface="Courier New"/>
                <a:cs typeface="Courier New"/>
              </a:rPr>
              <a:t>book=</a:t>
            </a:r>
            <a:r>
              <a:rPr sz="850" spc="-150" dirty="0">
                <a:solidFill>
                  <a:srgbClr val="3A3A3A"/>
                </a:solidFill>
                <a:latin typeface="Courier New"/>
                <a:cs typeface="Courier New"/>
              </a:rPr>
              <a:t> </a:t>
            </a:r>
            <a:r>
              <a:rPr sz="850" spc="-55" dirty="0">
                <a:solidFill>
                  <a:srgbClr val="2A2828"/>
                </a:solidFill>
                <a:latin typeface="Courier New"/>
                <a:cs typeface="Courier New"/>
              </a:rPr>
              <a:t>f</a:t>
            </a:r>
            <a:r>
              <a:rPr sz="850" spc="-55" dirty="0">
                <a:solidFill>
                  <a:srgbClr val="4F4F4F"/>
                </a:solidFill>
                <a:latin typeface="Courier New"/>
                <a:cs typeface="Courier New"/>
              </a:rPr>
              <a:t>i</a:t>
            </a:r>
            <a:r>
              <a:rPr sz="850" spc="-55" dirty="0">
                <a:solidFill>
                  <a:srgbClr val="2A2828"/>
                </a:solidFill>
                <a:latin typeface="Courier New"/>
                <a:cs typeface="Courier New"/>
              </a:rPr>
              <a:t>n</a:t>
            </a:r>
            <a:r>
              <a:rPr sz="850" spc="-55" dirty="0">
                <a:solidFill>
                  <a:srgbClr val="4F4F4F"/>
                </a:solidFill>
                <a:latin typeface="Courier New"/>
                <a:cs typeface="Courier New"/>
              </a:rPr>
              <a:t>dBookByisbn</a:t>
            </a:r>
            <a:r>
              <a:rPr sz="850" spc="-55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55" dirty="0">
                <a:solidFill>
                  <a:srgbClr val="4F4F4F"/>
                </a:solidFill>
                <a:latin typeface="Courier New"/>
                <a:cs typeface="Courier New"/>
              </a:rPr>
              <a:t>isbn</a:t>
            </a:r>
            <a:r>
              <a:rPr sz="850" spc="-55" dirty="0">
                <a:solidFill>
                  <a:srgbClr val="977562"/>
                </a:solidFill>
                <a:latin typeface="Courier New"/>
                <a:cs typeface="Courier New"/>
              </a:rPr>
              <a:t>J</a:t>
            </a:r>
            <a:r>
              <a:rPr sz="850" spc="-55" dirty="0">
                <a:solidFill>
                  <a:srgbClr val="3A3A3A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33028" y="3233839"/>
            <a:ext cx="2604135" cy="38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spc="-95" dirty="0">
                <a:solidFill>
                  <a:srgbClr val="5454CF"/>
                </a:solidFill>
                <a:latin typeface="Courier New"/>
                <a:cs typeface="Courier New"/>
              </a:rPr>
              <a:t>if</a:t>
            </a:r>
            <a:r>
              <a:rPr sz="850" spc="-210" dirty="0">
                <a:solidFill>
                  <a:srgbClr val="5454CF"/>
                </a:solidFill>
                <a:latin typeface="Courier New"/>
                <a:cs typeface="Courier New"/>
              </a:rPr>
              <a:t> </a:t>
            </a:r>
            <a:r>
              <a:rPr sz="850" spc="-45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45" dirty="0">
                <a:solidFill>
                  <a:srgbClr val="4F4F4F"/>
                </a:solidFill>
                <a:latin typeface="Courier New"/>
                <a:cs typeface="Courier New"/>
              </a:rPr>
              <a:t>use</a:t>
            </a:r>
            <a:r>
              <a:rPr sz="850" spc="-45" dirty="0">
                <a:solidFill>
                  <a:srgbClr val="2A2828"/>
                </a:solidFill>
                <a:latin typeface="Courier New"/>
                <a:cs typeface="Courier New"/>
              </a:rPr>
              <a:t>r</a:t>
            </a:r>
            <a:r>
              <a:rPr sz="850" spc="-300" dirty="0">
                <a:solidFill>
                  <a:srgbClr val="2A2828"/>
                </a:solidFill>
                <a:latin typeface="Courier New"/>
                <a:cs typeface="Courier New"/>
              </a:rPr>
              <a:t> </a:t>
            </a:r>
            <a:r>
              <a:rPr sz="850" spc="-70" dirty="0">
                <a:solidFill>
                  <a:srgbClr val="181818"/>
                </a:solidFill>
                <a:latin typeface="Courier New"/>
                <a:cs typeface="Courier New"/>
              </a:rPr>
              <a:t>==</a:t>
            </a:r>
            <a:r>
              <a:rPr sz="850" spc="-105" dirty="0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sz="850" spc="-70" dirty="0">
                <a:solidFill>
                  <a:srgbClr val="3F3DC1"/>
                </a:solidFill>
                <a:latin typeface="Courier New"/>
                <a:cs typeface="Courier New"/>
              </a:rPr>
              <a:t>null</a:t>
            </a:r>
            <a:r>
              <a:rPr sz="850" spc="-70" dirty="0">
                <a:solidFill>
                  <a:srgbClr val="977562"/>
                </a:solidFill>
                <a:latin typeface="Courier New"/>
                <a:cs typeface="Courier New"/>
              </a:rPr>
              <a:t>)</a:t>
            </a:r>
            <a:r>
              <a:rPr sz="850" spc="-409" dirty="0">
                <a:solidFill>
                  <a:srgbClr val="977562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977562"/>
                </a:solidFill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  <a:p>
            <a:pPr marL="231140" marR="5080" indent="-15240">
              <a:lnSpc>
                <a:spcPts val="930"/>
              </a:lnSpc>
              <a:spcBef>
                <a:spcPts val="50"/>
              </a:spcBef>
            </a:pPr>
            <a:r>
              <a:rPr sz="850" spc="-100" dirty="0">
                <a:solidFill>
                  <a:srgbClr val="4F4F4F"/>
                </a:solidFill>
                <a:latin typeface="Courier New"/>
                <a:cs typeface="Courier New"/>
              </a:rPr>
              <a:t>System.ou</a:t>
            </a:r>
            <a:r>
              <a:rPr sz="850" spc="-100" dirty="0">
                <a:solidFill>
                  <a:srgbClr val="181818"/>
                </a:solidFill>
                <a:latin typeface="Courier New"/>
                <a:cs typeface="Courier New"/>
              </a:rPr>
              <a:t>t</a:t>
            </a:r>
            <a:r>
              <a:rPr sz="850" spc="-100" dirty="0">
                <a:solidFill>
                  <a:srgbClr val="4F4F4F"/>
                </a:solidFill>
                <a:latin typeface="Courier New"/>
                <a:cs typeface="Courier New"/>
              </a:rPr>
              <a:t>.println</a:t>
            </a:r>
            <a:r>
              <a:rPr sz="850" spc="-100" dirty="0">
                <a:solidFill>
                  <a:srgbClr val="5D75D6"/>
                </a:solidFill>
                <a:latin typeface="Courier New"/>
                <a:cs typeface="Courier New"/>
              </a:rPr>
              <a:t>(</a:t>
            </a:r>
            <a:r>
              <a:rPr sz="850" spc="-100" dirty="0">
                <a:solidFill>
                  <a:srgbClr val="B1706E"/>
                </a:solidFill>
                <a:latin typeface="Courier New"/>
                <a:cs typeface="Courier New"/>
              </a:rPr>
              <a:t>"</a:t>
            </a:r>
            <a:r>
              <a:rPr sz="850" spc="-100" dirty="0">
                <a:solidFill>
                  <a:srgbClr val="994646"/>
                </a:solidFill>
                <a:latin typeface="Courier New"/>
                <a:cs typeface="Courier New"/>
              </a:rPr>
              <a:t>Error:</a:t>
            </a:r>
            <a:r>
              <a:rPr sz="850" spc="-295" dirty="0">
                <a:solidFill>
                  <a:srgbClr val="994646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A75959"/>
                </a:solidFill>
                <a:latin typeface="Courier New"/>
                <a:cs typeface="Courier New"/>
              </a:rPr>
              <a:t>User</a:t>
            </a:r>
            <a:r>
              <a:rPr sz="850" spc="-15" dirty="0">
                <a:solidFill>
                  <a:srgbClr val="A75959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A75959"/>
                </a:solidFill>
                <a:latin typeface="Courier New"/>
                <a:cs typeface="Courier New"/>
              </a:rPr>
              <a:t>not</a:t>
            </a:r>
            <a:r>
              <a:rPr sz="850" spc="-35" dirty="0">
                <a:solidFill>
                  <a:srgbClr val="A75959"/>
                </a:solidFill>
                <a:latin typeface="Courier New"/>
                <a:cs typeface="Courier New"/>
              </a:rPr>
              <a:t> </a:t>
            </a:r>
            <a:r>
              <a:rPr sz="850" spc="-70" dirty="0">
                <a:solidFill>
                  <a:srgbClr val="994646"/>
                </a:solidFill>
                <a:latin typeface="Courier New"/>
                <a:cs typeface="Courier New"/>
              </a:rPr>
              <a:t>found</a:t>
            </a:r>
            <a:r>
              <a:rPr sz="850" spc="-70" dirty="0">
                <a:solidFill>
                  <a:srgbClr val="B1706E"/>
                </a:solidFill>
                <a:latin typeface="Courier New"/>
                <a:cs typeface="Courier New"/>
              </a:rPr>
              <a:t>."</a:t>
            </a:r>
            <a:r>
              <a:rPr sz="850" spc="-70" dirty="0">
                <a:solidFill>
                  <a:srgbClr val="5D75D6"/>
                </a:solidFill>
                <a:latin typeface="Courier New"/>
                <a:cs typeface="Courier New"/>
              </a:rPr>
              <a:t>)</a:t>
            </a:r>
            <a:r>
              <a:rPr sz="850" spc="-70" dirty="0">
                <a:solidFill>
                  <a:srgbClr val="3A3A3A"/>
                </a:solidFill>
                <a:latin typeface="Courier New"/>
                <a:cs typeface="Courier New"/>
              </a:rPr>
              <a:t>; 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re</a:t>
            </a:r>
            <a:r>
              <a:rPr sz="850" spc="-75" dirty="0">
                <a:solidFill>
                  <a:srgbClr val="2323B1"/>
                </a:solidFill>
                <a:latin typeface="Courier New"/>
                <a:cs typeface="Courier New"/>
              </a:rPr>
              <a:t>t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urn</a:t>
            </a:r>
            <a:r>
              <a:rPr sz="850" spc="-35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5454CF"/>
                </a:solidFill>
                <a:latin typeface="Courier New"/>
                <a:cs typeface="Courier New"/>
              </a:rPr>
              <a:t>false</a:t>
            </a:r>
            <a:r>
              <a:rPr sz="850" spc="-10" dirty="0">
                <a:solidFill>
                  <a:srgbClr val="3A3A3A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33028" y="3701825"/>
            <a:ext cx="26041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75"/>
              </a:lnSpc>
              <a:spcBef>
                <a:spcPts val="100"/>
              </a:spcBef>
            </a:pPr>
            <a:r>
              <a:rPr sz="850" spc="-95" dirty="0">
                <a:solidFill>
                  <a:srgbClr val="5454CF"/>
                </a:solidFill>
                <a:latin typeface="Courier New"/>
                <a:cs typeface="Courier New"/>
              </a:rPr>
              <a:t>if</a:t>
            </a:r>
            <a:r>
              <a:rPr sz="850" spc="-220" dirty="0">
                <a:solidFill>
                  <a:srgbClr val="5454CF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50" dirty="0">
                <a:solidFill>
                  <a:srgbClr val="4F4F4F"/>
                </a:solidFill>
                <a:latin typeface="Courier New"/>
                <a:cs typeface="Courier New"/>
              </a:rPr>
              <a:t>book</a:t>
            </a:r>
            <a:r>
              <a:rPr sz="850" spc="-275" dirty="0">
                <a:solidFill>
                  <a:srgbClr val="4F4F4F"/>
                </a:solidFill>
                <a:latin typeface="Courier New"/>
                <a:cs typeface="Courier New"/>
              </a:rPr>
              <a:t> </a:t>
            </a:r>
            <a:r>
              <a:rPr sz="850" spc="-70" dirty="0">
                <a:solidFill>
                  <a:srgbClr val="3A3A3A"/>
                </a:solidFill>
                <a:latin typeface="Courier New"/>
                <a:cs typeface="Courier New"/>
              </a:rPr>
              <a:t>==</a:t>
            </a:r>
            <a:r>
              <a:rPr sz="850" spc="-120" dirty="0">
                <a:solidFill>
                  <a:srgbClr val="3A3A3A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5454CF"/>
                </a:solidFill>
                <a:latin typeface="Courier New"/>
                <a:cs typeface="Courier New"/>
              </a:rPr>
              <a:t>null</a:t>
            </a:r>
            <a:r>
              <a:rPr sz="850" spc="-10" dirty="0">
                <a:solidFill>
                  <a:srgbClr val="977562"/>
                </a:solidFill>
                <a:latin typeface="Courier New"/>
                <a:cs typeface="Courier New"/>
              </a:rPr>
              <a:t>)</a:t>
            </a:r>
            <a:endParaRPr sz="850">
              <a:latin typeface="Courier New"/>
              <a:cs typeface="Courier New"/>
            </a:endParaRPr>
          </a:p>
          <a:p>
            <a:pPr marL="231140" marR="5080" indent="-15240">
              <a:lnSpc>
                <a:spcPts val="930"/>
              </a:lnSpc>
              <a:spcBef>
                <a:spcPts val="60"/>
              </a:spcBef>
            </a:pPr>
            <a:r>
              <a:rPr sz="850" spc="-100" dirty="0">
                <a:solidFill>
                  <a:srgbClr val="4F4F4F"/>
                </a:solidFill>
                <a:latin typeface="Courier New"/>
                <a:cs typeface="Courier New"/>
              </a:rPr>
              <a:t>System.ou</a:t>
            </a:r>
            <a:r>
              <a:rPr sz="850" spc="-100" dirty="0">
                <a:solidFill>
                  <a:srgbClr val="2A2828"/>
                </a:solidFill>
                <a:latin typeface="Courier New"/>
                <a:cs typeface="Courier New"/>
              </a:rPr>
              <a:t>t</a:t>
            </a:r>
            <a:r>
              <a:rPr sz="850" spc="-100" dirty="0">
                <a:solidFill>
                  <a:srgbClr val="4F4F4F"/>
                </a:solidFill>
                <a:latin typeface="Courier New"/>
                <a:cs typeface="Courier New"/>
              </a:rPr>
              <a:t>.println</a:t>
            </a:r>
            <a:r>
              <a:rPr sz="850" spc="-100" dirty="0">
                <a:solidFill>
                  <a:srgbClr val="7087E4"/>
                </a:solidFill>
                <a:latin typeface="Courier New"/>
                <a:cs typeface="Courier New"/>
              </a:rPr>
              <a:t>(</a:t>
            </a:r>
            <a:r>
              <a:rPr sz="850" spc="-100" dirty="0">
                <a:solidFill>
                  <a:srgbClr val="B1706E"/>
                </a:solidFill>
                <a:latin typeface="Courier New"/>
                <a:cs typeface="Courier New"/>
              </a:rPr>
              <a:t>"Error:</a:t>
            </a:r>
            <a:r>
              <a:rPr sz="850" spc="-270" dirty="0">
                <a:solidFill>
                  <a:srgbClr val="B1706E"/>
                </a:solidFill>
                <a:latin typeface="Courier New"/>
                <a:cs typeface="Courier New"/>
              </a:rPr>
              <a:t> </a:t>
            </a:r>
            <a:r>
              <a:rPr sz="850" spc="-114" dirty="0">
                <a:solidFill>
                  <a:srgbClr val="A75959"/>
                </a:solidFill>
                <a:latin typeface="Courier New"/>
                <a:cs typeface="Courier New"/>
              </a:rPr>
              <a:t>Book</a:t>
            </a:r>
            <a:r>
              <a:rPr sz="850" spc="-10" dirty="0">
                <a:solidFill>
                  <a:srgbClr val="A75959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A75959"/>
                </a:solidFill>
                <a:latin typeface="Courier New"/>
                <a:cs typeface="Courier New"/>
              </a:rPr>
              <a:t>not</a:t>
            </a:r>
            <a:r>
              <a:rPr sz="850" spc="-45" dirty="0">
                <a:solidFill>
                  <a:srgbClr val="A75959"/>
                </a:solidFill>
                <a:latin typeface="Courier New"/>
                <a:cs typeface="Courier New"/>
              </a:rPr>
              <a:t> </a:t>
            </a:r>
            <a:r>
              <a:rPr sz="850" spc="-70" dirty="0">
                <a:solidFill>
                  <a:srgbClr val="994646"/>
                </a:solidFill>
                <a:latin typeface="Courier New"/>
                <a:cs typeface="Courier New"/>
              </a:rPr>
              <a:t>found.</a:t>
            </a:r>
            <a:r>
              <a:rPr sz="850" spc="-70" dirty="0">
                <a:solidFill>
                  <a:srgbClr val="B1706E"/>
                </a:solidFill>
                <a:latin typeface="Courier New"/>
                <a:cs typeface="Courier New"/>
              </a:rPr>
              <a:t>"</a:t>
            </a:r>
            <a:r>
              <a:rPr sz="850" spc="-70" dirty="0">
                <a:solidFill>
                  <a:srgbClr val="5D75D6"/>
                </a:solidFill>
                <a:latin typeface="Courier New"/>
                <a:cs typeface="Courier New"/>
              </a:rPr>
              <a:t>)</a:t>
            </a:r>
            <a:r>
              <a:rPr sz="850" spc="-70" dirty="0">
                <a:solidFill>
                  <a:srgbClr val="2A2828"/>
                </a:solidFill>
                <a:latin typeface="Courier New"/>
                <a:cs typeface="Courier New"/>
              </a:rPr>
              <a:t>; 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re</a:t>
            </a:r>
            <a:r>
              <a:rPr sz="850" spc="-75" dirty="0">
                <a:solidFill>
                  <a:srgbClr val="2323B1"/>
                </a:solidFill>
                <a:latin typeface="Courier New"/>
                <a:cs typeface="Courier New"/>
              </a:rPr>
              <a:t>t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urn</a:t>
            </a:r>
            <a:r>
              <a:rPr sz="850" spc="-35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3F3DC1"/>
                </a:solidFill>
                <a:latin typeface="Courier New"/>
                <a:cs typeface="Courier New"/>
              </a:rPr>
              <a:t>false</a:t>
            </a:r>
            <a:r>
              <a:rPr sz="850" spc="-10" dirty="0">
                <a:solidFill>
                  <a:srgbClr val="4F4F4F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33028" y="4173385"/>
            <a:ext cx="3121660" cy="38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spc="-95" dirty="0">
                <a:solidFill>
                  <a:srgbClr val="5454CF"/>
                </a:solidFill>
                <a:latin typeface="Courier New"/>
                <a:cs typeface="Courier New"/>
              </a:rPr>
              <a:t>if</a:t>
            </a:r>
            <a:r>
              <a:rPr sz="850" spc="-229" dirty="0">
                <a:solidFill>
                  <a:srgbClr val="5454CF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50" dirty="0">
                <a:solidFill>
                  <a:srgbClr val="4F4F4F"/>
                </a:solidFill>
                <a:latin typeface="Courier New"/>
                <a:cs typeface="Courier New"/>
              </a:rPr>
              <a:t>!book.isAvailable</a:t>
            </a:r>
            <a:r>
              <a:rPr sz="850" spc="-50" dirty="0">
                <a:solidFill>
                  <a:srgbClr val="5D75D6"/>
                </a:solidFill>
                <a:latin typeface="Courier New"/>
                <a:cs typeface="Courier New"/>
              </a:rPr>
              <a:t>()</a:t>
            </a:r>
            <a:r>
              <a:rPr sz="850" spc="-50" dirty="0">
                <a:solidFill>
                  <a:srgbClr val="977562"/>
                </a:solidFill>
                <a:latin typeface="Courier New"/>
                <a:cs typeface="Courier New"/>
              </a:rPr>
              <a:t>J</a:t>
            </a:r>
            <a:endParaRPr sz="850">
              <a:latin typeface="Courier New"/>
              <a:cs typeface="Courier New"/>
            </a:endParaRPr>
          </a:p>
          <a:p>
            <a:pPr marL="231140" marR="5080" indent="-15240">
              <a:lnSpc>
                <a:spcPts val="930"/>
              </a:lnSpc>
              <a:spcBef>
                <a:spcPts val="50"/>
              </a:spcBef>
            </a:pPr>
            <a:r>
              <a:rPr sz="850" spc="-100" dirty="0">
                <a:solidFill>
                  <a:srgbClr val="4F4F4F"/>
                </a:solidFill>
                <a:latin typeface="Courier New"/>
                <a:cs typeface="Courier New"/>
              </a:rPr>
              <a:t>System</a:t>
            </a:r>
            <a:r>
              <a:rPr sz="850" spc="-100" dirty="0">
                <a:solidFill>
                  <a:srgbClr val="727272"/>
                </a:solidFill>
                <a:latin typeface="Courier New"/>
                <a:cs typeface="Courier New"/>
              </a:rPr>
              <a:t>.</a:t>
            </a:r>
            <a:r>
              <a:rPr sz="850" spc="-100" dirty="0">
                <a:solidFill>
                  <a:srgbClr val="4F4F4F"/>
                </a:solidFill>
                <a:latin typeface="Courier New"/>
                <a:cs typeface="Courier New"/>
              </a:rPr>
              <a:t>ou</a:t>
            </a:r>
            <a:r>
              <a:rPr sz="850" spc="-100" dirty="0">
                <a:solidFill>
                  <a:srgbClr val="2A2828"/>
                </a:solidFill>
                <a:latin typeface="Courier New"/>
                <a:cs typeface="Courier New"/>
              </a:rPr>
              <a:t>t</a:t>
            </a:r>
            <a:r>
              <a:rPr sz="850" spc="-100" dirty="0">
                <a:solidFill>
                  <a:srgbClr val="4F4F4F"/>
                </a:solidFill>
                <a:latin typeface="Courier New"/>
                <a:cs typeface="Courier New"/>
              </a:rPr>
              <a:t>.println</a:t>
            </a:r>
            <a:r>
              <a:rPr sz="850" spc="-100" dirty="0">
                <a:solidFill>
                  <a:srgbClr val="7087E4"/>
                </a:solidFill>
                <a:latin typeface="Courier New"/>
                <a:cs typeface="Courier New"/>
              </a:rPr>
              <a:t>(</a:t>
            </a:r>
            <a:r>
              <a:rPr sz="850" spc="-100" dirty="0">
                <a:solidFill>
                  <a:srgbClr val="B1706E"/>
                </a:solidFill>
                <a:latin typeface="Courier New"/>
                <a:cs typeface="Courier New"/>
              </a:rPr>
              <a:t>"Error</a:t>
            </a:r>
            <a:r>
              <a:rPr sz="850" spc="-100" dirty="0">
                <a:solidFill>
                  <a:srgbClr val="994646"/>
                </a:solidFill>
                <a:latin typeface="Courier New"/>
                <a:cs typeface="Courier New"/>
              </a:rPr>
              <a:t>:</a:t>
            </a:r>
            <a:r>
              <a:rPr sz="850" spc="-280" dirty="0">
                <a:solidFill>
                  <a:srgbClr val="994646"/>
                </a:solidFill>
                <a:latin typeface="Courier New"/>
                <a:cs typeface="Courier New"/>
              </a:rPr>
              <a:t> </a:t>
            </a:r>
            <a:r>
              <a:rPr sz="850" spc="-120" dirty="0">
                <a:solidFill>
                  <a:srgbClr val="A75959"/>
                </a:solidFill>
                <a:latin typeface="Courier New"/>
                <a:cs typeface="Courier New"/>
              </a:rPr>
              <a:t>Book</a:t>
            </a:r>
            <a:r>
              <a:rPr sz="850" spc="-65" dirty="0">
                <a:solidFill>
                  <a:srgbClr val="A75959"/>
                </a:solidFill>
                <a:latin typeface="Courier New"/>
                <a:cs typeface="Courier New"/>
              </a:rPr>
              <a:t> </a:t>
            </a:r>
            <a:r>
              <a:rPr sz="850" spc="-25" dirty="0">
                <a:solidFill>
                  <a:srgbClr val="994646"/>
                </a:solidFill>
                <a:latin typeface="Courier New"/>
                <a:cs typeface="Courier New"/>
              </a:rPr>
              <a:t>i</a:t>
            </a:r>
            <a:r>
              <a:rPr sz="850" spc="-25" dirty="0">
                <a:solidFill>
                  <a:srgbClr val="B1706E"/>
                </a:solidFill>
                <a:latin typeface="Courier New"/>
                <a:cs typeface="Courier New"/>
              </a:rPr>
              <a:t>s</a:t>
            </a:r>
            <a:r>
              <a:rPr sz="850" spc="-225" dirty="0">
                <a:solidFill>
                  <a:srgbClr val="B1706E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A75959"/>
                </a:solidFill>
                <a:latin typeface="Courier New"/>
                <a:cs typeface="Courier New"/>
              </a:rPr>
              <a:t>already</a:t>
            </a:r>
            <a:r>
              <a:rPr sz="850" spc="90" dirty="0">
                <a:solidFill>
                  <a:srgbClr val="A75959"/>
                </a:solidFill>
                <a:latin typeface="Courier New"/>
                <a:cs typeface="Courier New"/>
              </a:rPr>
              <a:t> </a:t>
            </a:r>
            <a:r>
              <a:rPr sz="850" spc="-85" dirty="0">
                <a:solidFill>
                  <a:srgbClr val="A75959"/>
                </a:solidFill>
                <a:latin typeface="Courier New"/>
                <a:cs typeface="Courier New"/>
              </a:rPr>
              <a:t>borrowed."</a:t>
            </a:r>
            <a:r>
              <a:rPr sz="850" spc="-85" dirty="0">
                <a:solidFill>
                  <a:srgbClr val="5D75D6"/>
                </a:solidFill>
                <a:latin typeface="Courier New"/>
                <a:cs typeface="Courier New"/>
              </a:rPr>
              <a:t>)</a:t>
            </a:r>
            <a:r>
              <a:rPr sz="850" spc="-85" dirty="0">
                <a:solidFill>
                  <a:srgbClr val="4F4F4F"/>
                </a:solidFill>
                <a:latin typeface="Courier New"/>
                <a:cs typeface="Courier New"/>
              </a:rPr>
              <a:t>; 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re</a:t>
            </a:r>
            <a:r>
              <a:rPr sz="850" spc="-75" dirty="0">
                <a:solidFill>
                  <a:srgbClr val="2323B1"/>
                </a:solidFill>
                <a:latin typeface="Courier New"/>
                <a:cs typeface="Courier New"/>
              </a:rPr>
              <a:t>t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urn</a:t>
            </a:r>
            <a:r>
              <a:rPr sz="850" spc="-35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5454CF"/>
                </a:solidFill>
                <a:latin typeface="Courier New"/>
                <a:cs typeface="Courier New"/>
              </a:rPr>
              <a:t>false</a:t>
            </a:r>
            <a:r>
              <a:rPr sz="850" spc="-10" dirty="0">
                <a:solidFill>
                  <a:srgbClr val="4F4F4F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33028" y="4641372"/>
            <a:ext cx="3539490" cy="391795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215900" marR="5080" indent="-203835">
              <a:lnSpc>
                <a:spcPts val="930"/>
              </a:lnSpc>
              <a:spcBef>
                <a:spcPts val="209"/>
              </a:spcBef>
            </a:pPr>
            <a:r>
              <a:rPr sz="850" spc="-95" dirty="0">
                <a:solidFill>
                  <a:srgbClr val="5454CF"/>
                </a:solidFill>
                <a:latin typeface="Courier New"/>
                <a:cs typeface="Courier New"/>
              </a:rPr>
              <a:t>if</a:t>
            </a:r>
            <a:r>
              <a:rPr sz="850" spc="-110" dirty="0">
                <a:solidFill>
                  <a:srgbClr val="5454CF"/>
                </a:solidFill>
                <a:latin typeface="Courier New"/>
                <a:cs typeface="Courier New"/>
              </a:rPr>
              <a:t> </a:t>
            </a:r>
            <a:r>
              <a:rPr sz="850" spc="-100" dirty="0">
                <a:solidFill>
                  <a:srgbClr val="977562"/>
                </a:solidFill>
                <a:latin typeface="Courier New"/>
                <a:cs typeface="Courier New"/>
              </a:rPr>
              <a:t>(</a:t>
            </a:r>
            <a:r>
              <a:rPr sz="850" spc="-100" dirty="0">
                <a:solidFill>
                  <a:srgbClr val="4F4F4F"/>
                </a:solidFill>
                <a:latin typeface="Courier New"/>
                <a:cs typeface="Courier New"/>
              </a:rPr>
              <a:t>user.getBorrowedCount</a:t>
            </a:r>
            <a:r>
              <a:rPr sz="850" spc="-100" dirty="0">
                <a:solidFill>
                  <a:srgbClr val="5D75D6"/>
                </a:solidFill>
                <a:latin typeface="Courier New"/>
                <a:cs typeface="Courier New"/>
              </a:rPr>
              <a:t>(J</a:t>
            </a:r>
            <a:r>
              <a:rPr sz="850" spc="-220" dirty="0">
                <a:solidFill>
                  <a:srgbClr val="5D75D6"/>
                </a:solidFill>
                <a:latin typeface="Courier New"/>
                <a:cs typeface="Courier New"/>
              </a:rPr>
              <a:t> </a:t>
            </a:r>
            <a:r>
              <a:rPr sz="850" spc="-30" dirty="0">
                <a:solidFill>
                  <a:srgbClr val="4F4F4F"/>
                </a:solidFill>
                <a:latin typeface="Courier New"/>
                <a:cs typeface="Courier New"/>
              </a:rPr>
              <a:t>&gt;</a:t>
            </a:r>
            <a:r>
              <a:rPr sz="850" spc="-30" dirty="0">
                <a:solidFill>
                  <a:srgbClr val="2A2828"/>
                </a:solidFill>
                <a:latin typeface="Courier New"/>
                <a:cs typeface="Courier New"/>
              </a:rPr>
              <a:t>=</a:t>
            </a:r>
            <a:r>
              <a:rPr sz="850" spc="-60" dirty="0">
                <a:solidFill>
                  <a:srgbClr val="2A2828"/>
                </a:solidFill>
                <a:latin typeface="Courier New"/>
                <a:cs typeface="Courier New"/>
              </a:rPr>
              <a:t> </a:t>
            </a:r>
            <a:r>
              <a:rPr sz="850" spc="-105" dirty="0">
                <a:solidFill>
                  <a:srgbClr val="4F4F4F"/>
                </a:solidFill>
                <a:latin typeface="Courier New"/>
                <a:cs typeface="Courier New"/>
              </a:rPr>
              <a:t>user.getMax</a:t>
            </a:r>
            <a:r>
              <a:rPr sz="850" spc="-105" dirty="0">
                <a:solidFill>
                  <a:srgbClr val="2A2828"/>
                </a:solidFill>
                <a:latin typeface="Courier New"/>
                <a:cs typeface="Courier New"/>
              </a:rPr>
              <a:t>B</a:t>
            </a:r>
            <a:r>
              <a:rPr sz="850" spc="-105" dirty="0">
                <a:solidFill>
                  <a:srgbClr val="4F4F4F"/>
                </a:solidFill>
                <a:latin typeface="Courier New"/>
                <a:cs typeface="Courier New"/>
              </a:rPr>
              <a:t>orrowLimit</a:t>
            </a:r>
            <a:r>
              <a:rPr sz="850" spc="-105" dirty="0">
                <a:solidFill>
                  <a:srgbClr val="5D75D6"/>
                </a:solidFill>
                <a:latin typeface="Courier New"/>
                <a:cs typeface="Courier New"/>
              </a:rPr>
              <a:t>(J</a:t>
            </a:r>
            <a:r>
              <a:rPr sz="850" spc="-105" dirty="0">
                <a:solidFill>
                  <a:srgbClr val="977562"/>
                </a:solidFill>
                <a:latin typeface="Courier New"/>
                <a:cs typeface="Courier New"/>
              </a:rPr>
              <a:t>J</a:t>
            </a:r>
            <a:r>
              <a:rPr sz="850" spc="-340" dirty="0">
                <a:solidFill>
                  <a:srgbClr val="977562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977562"/>
                </a:solidFill>
                <a:latin typeface="Courier New"/>
                <a:cs typeface="Courier New"/>
              </a:rPr>
              <a:t>{ </a:t>
            </a:r>
            <a:r>
              <a:rPr sz="850" spc="-100" dirty="0">
                <a:solidFill>
                  <a:srgbClr val="4F4F4F"/>
                </a:solidFill>
                <a:latin typeface="Courier New"/>
                <a:cs typeface="Courier New"/>
              </a:rPr>
              <a:t>System.ou</a:t>
            </a:r>
            <a:r>
              <a:rPr sz="850" spc="-100" dirty="0">
                <a:solidFill>
                  <a:srgbClr val="2A2828"/>
                </a:solidFill>
                <a:latin typeface="Courier New"/>
                <a:cs typeface="Courier New"/>
              </a:rPr>
              <a:t>t</a:t>
            </a:r>
            <a:r>
              <a:rPr sz="850" spc="-100" dirty="0">
                <a:solidFill>
                  <a:srgbClr val="4F4F4F"/>
                </a:solidFill>
                <a:latin typeface="Courier New"/>
                <a:cs typeface="Courier New"/>
              </a:rPr>
              <a:t>.println</a:t>
            </a:r>
            <a:r>
              <a:rPr sz="850" spc="-100" dirty="0">
                <a:solidFill>
                  <a:srgbClr val="7087E4"/>
                </a:solidFill>
                <a:latin typeface="Courier New"/>
                <a:cs typeface="Courier New"/>
              </a:rPr>
              <a:t>(</a:t>
            </a:r>
            <a:r>
              <a:rPr sz="850" spc="-100" dirty="0">
                <a:solidFill>
                  <a:srgbClr val="B1706E"/>
                </a:solidFill>
                <a:latin typeface="Courier New"/>
                <a:cs typeface="Courier New"/>
              </a:rPr>
              <a:t>"</a:t>
            </a:r>
            <a:r>
              <a:rPr sz="850" spc="-100" dirty="0">
                <a:solidFill>
                  <a:srgbClr val="994646"/>
                </a:solidFill>
                <a:latin typeface="Courier New"/>
                <a:cs typeface="Courier New"/>
              </a:rPr>
              <a:t>Error:</a:t>
            </a:r>
            <a:r>
              <a:rPr sz="850" spc="-315" dirty="0">
                <a:solidFill>
                  <a:srgbClr val="994646"/>
                </a:solidFill>
                <a:latin typeface="Courier New"/>
                <a:cs typeface="Courier New"/>
              </a:rPr>
              <a:t> </a:t>
            </a:r>
            <a:r>
              <a:rPr sz="850" spc="-105" dirty="0">
                <a:solidFill>
                  <a:srgbClr val="A75959"/>
                </a:solidFill>
                <a:latin typeface="Courier New"/>
                <a:cs typeface="Courier New"/>
              </a:rPr>
              <a:t>User</a:t>
            </a:r>
            <a:r>
              <a:rPr sz="850" spc="-40" dirty="0">
                <a:solidFill>
                  <a:srgbClr val="A75959"/>
                </a:solidFill>
                <a:latin typeface="Courier New"/>
                <a:cs typeface="Courier New"/>
              </a:rPr>
              <a:t> </a:t>
            </a:r>
            <a:r>
              <a:rPr sz="850" spc="-110" dirty="0">
                <a:solidFill>
                  <a:srgbClr val="A75959"/>
                </a:solidFill>
                <a:latin typeface="Courier New"/>
                <a:cs typeface="Courier New"/>
              </a:rPr>
              <a:t>has</a:t>
            </a:r>
            <a:r>
              <a:rPr sz="850" spc="-20" dirty="0">
                <a:solidFill>
                  <a:srgbClr val="A75959"/>
                </a:solidFill>
                <a:latin typeface="Courier New"/>
                <a:cs typeface="Courier New"/>
              </a:rPr>
              <a:t> </a:t>
            </a:r>
            <a:r>
              <a:rPr sz="850" spc="-130" dirty="0">
                <a:solidFill>
                  <a:srgbClr val="A75959"/>
                </a:solidFill>
                <a:latin typeface="Courier New"/>
                <a:cs typeface="Courier New"/>
              </a:rPr>
              <a:t>reached</a:t>
            </a:r>
            <a:r>
              <a:rPr sz="850" spc="85" dirty="0">
                <a:solidFill>
                  <a:srgbClr val="A75959"/>
                </a:solidFill>
                <a:latin typeface="Courier New"/>
                <a:cs typeface="Courier New"/>
              </a:rPr>
              <a:t> </a:t>
            </a:r>
            <a:r>
              <a:rPr sz="850" spc="-125" dirty="0">
                <a:solidFill>
                  <a:srgbClr val="A75959"/>
                </a:solidFill>
                <a:latin typeface="Courier New"/>
                <a:cs typeface="Courier New"/>
              </a:rPr>
              <a:t>borrowing</a:t>
            </a:r>
            <a:r>
              <a:rPr sz="850" spc="30" dirty="0">
                <a:solidFill>
                  <a:srgbClr val="A75959"/>
                </a:solidFill>
                <a:latin typeface="Courier New"/>
                <a:cs typeface="Courier New"/>
              </a:rPr>
              <a:t> </a:t>
            </a:r>
            <a:r>
              <a:rPr sz="850" spc="-60" dirty="0">
                <a:solidFill>
                  <a:srgbClr val="A75959"/>
                </a:solidFill>
                <a:latin typeface="Courier New"/>
                <a:cs typeface="Courier New"/>
              </a:rPr>
              <a:t>limit."</a:t>
            </a:r>
            <a:r>
              <a:rPr sz="850" spc="-60" dirty="0">
                <a:solidFill>
                  <a:srgbClr val="5D75D6"/>
                </a:solidFill>
                <a:latin typeface="Courier New"/>
                <a:cs typeface="Courier New"/>
              </a:rPr>
              <a:t>)</a:t>
            </a:r>
            <a:r>
              <a:rPr sz="850" spc="-60" dirty="0">
                <a:solidFill>
                  <a:srgbClr val="3A3A3A"/>
                </a:solidFill>
                <a:latin typeface="Courier New"/>
                <a:cs typeface="Courier New"/>
              </a:rPr>
              <a:t>; 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re</a:t>
            </a:r>
            <a:r>
              <a:rPr sz="850" spc="-75" dirty="0">
                <a:solidFill>
                  <a:srgbClr val="2323B1"/>
                </a:solidFill>
                <a:latin typeface="Courier New"/>
                <a:cs typeface="Courier New"/>
              </a:rPr>
              <a:t>t</a:t>
            </a:r>
            <a:r>
              <a:rPr sz="850" spc="-75" dirty="0">
                <a:solidFill>
                  <a:srgbClr val="3F3DC1"/>
                </a:solidFill>
                <a:latin typeface="Courier New"/>
                <a:cs typeface="Courier New"/>
              </a:rPr>
              <a:t>urn</a:t>
            </a:r>
            <a:r>
              <a:rPr sz="850" spc="-350" dirty="0">
                <a:solidFill>
                  <a:srgbClr val="3F3DC1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3F3DC1"/>
                </a:solidFill>
                <a:latin typeface="Courier New"/>
                <a:cs typeface="Courier New"/>
              </a:rPr>
              <a:t>false</a:t>
            </a:r>
            <a:r>
              <a:rPr sz="850" spc="-10" dirty="0">
                <a:solidFill>
                  <a:srgbClr val="4F4F4F"/>
                </a:solidFill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091" y="1330929"/>
            <a:ext cx="2210435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50" b="1" dirty="0">
                <a:latin typeface="Arial"/>
                <a:cs typeface="Arial"/>
              </a:rPr>
              <a:t>Live</a:t>
            </a:r>
            <a:r>
              <a:rPr sz="3250" b="1" spc="80" dirty="0">
                <a:latin typeface="Arial"/>
                <a:cs typeface="Arial"/>
              </a:rPr>
              <a:t> </a:t>
            </a:r>
            <a:r>
              <a:rPr sz="3250" b="1" spc="130" dirty="0">
                <a:latin typeface="Arial"/>
                <a:cs typeface="Arial"/>
              </a:rPr>
              <a:t>Demo</a:t>
            </a:r>
            <a:endParaRPr sz="32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78209" y="2335845"/>
            <a:ext cx="77470" cy="104775"/>
          </a:xfrm>
          <a:custGeom>
            <a:avLst/>
            <a:gdLst/>
            <a:ahLst/>
            <a:cxnLst/>
            <a:rect l="l" t="t" r="r" b="b"/>
            <a:pathLst>
              <a:path w="77470" h="104775">
                <a:moveTo>
                  <a:pt x="77193" y="104378"/>
                </a:moveTo>
                <a:lnTo>
                  <a:pt x="0" y="104378"/>
                </a:lnTo>
                <a:lnTo>
                  <a:pt x="0" y="0"/>
                </a:lnTo>
                <a:lnTo>
                  <a:pt x="77193" y="0"/>
                </a:lnTo>
                <a:lnTo>
                  <a:pt x="77193" y="104378"/>
                </a:lnTo>
                <a:close/>
              </a:path>
            </a:pathLst>
          </a:custGeom>
          <a:solidFill>
            <a:srgbClr val="DFE1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22911" y="2335845"/>
            <a:ext cx="150495" cy="104775"/>
          </a:xfrm>
          <a:custGeom>
            <a:avLst/>
            <a:gdLst/>
            <a:ahLst/>
            <a:cxnLst/>
            <a:rect l="l" t="t" r="r" b="b"/>
            <a:pathLst>
              <a:path w="150495" h="104775">
                <a:moveTo>
                  <a:pt x="149904" y="104378"/>
                </a:moveTo>
                <a:lnTo>
                  <a:pt x="0" y="104378"/>
                </a:lnTo>
                <a:lnTo>
                  <a:pt x="0" y="0"/>
                </a:lnTo>
                <a:lnTo>
                  <a:pt x="149904" y="0"/>
                </a:lnTo>
                <a:lnTo>
                  <a:pt x="149904" y="104378"/>
                </a:lnTo>
                <a:close/>
              </a:path>
            </a:pathLst>
          </a:custGeom>
          <a:solidFill>
            <a:srgbClr val="DFE1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77374" y="2567241"/>
            <a:ext cx="175260" cy="231140"/>
          </a:xfrm>
          <a:custGeom>
            <a:avLst/>
            <a:gdLst/>
            <a:ahLst/>
            <a:cxnLst/>
            <a:rect l="l" t="t" r="r" b="b"/>
            <a:pathLst>
              <a:path w="175260" h="231139">
                <a:moveTo>
                  <a:pt x="29286" y="0"/>
                </a:moveTo>
                <a:lnTo>
                  <a:pt x="4305" y="0"/>
                </a:lnTo>
                <a:lnTo>
                  <a:pt x="4305" y="114655"/>
                </a:lnTo>
                <a:lnTo>
                  <a:pt x="29286" y="114655"/>
                </a:lnTo>
                <a:lnTo>
                  <a:pt x="29286" y="0"/>
                </a:lnTo>
                <a:close/>
              </a:path>
              <a:path w="175260" h="231139">
                <a:moveTo>
                  <a:pt x="174866" y="119227"/>
                </a:moveTo>
                <a:lnTo>
                  <a:pt x="0" y="119227"/>
                </a:lnTo>
                <a:lnTo>
                  <a:pt x="0" y="230809"/>
                </a:lnTo>
                <a:lnTo>
                  <a:pt x="174866" y="230809"/>
                </a:lnTo>
                <a:lnTo>
                  <a:pt x="174866" y="119227"/>
                </a:lnTo>
                <a:close/>
              </a:path>
            </a:pathLst>
          </a:custGeom>
          <a:solidFill>
            <a:srgbClr val="DFE1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62298" y="1328393"/>
            <a:ext cx="454025" cy="159321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365"/>
              </a:spcBef>
            </a:pPr>
            <a:r>
              <a:rPr sz="600" spc="-25" dirty="0">
                <a:solidFill>
                  <a:srgbClr val="A1A1A1"/>
                </a:solidFill>
                <a:latin typeface="Times New Roman"/>
                <a:cs typeface="Times New Roman"/>
              </a:rPr>
              <a:t>Jrt</a:t>
            </a:r>
            <a:endParaRPr sz="600">
              <a:latin typeface="Times New Roman"/>
              <a:cs typeface="Times New Roman"/>
            </a:endParaRPr>
          </a:p>
          <a:p>
            <a:pPr marL="12700" marR="5080" indent="5080" algn="just">
              <a:lnSpc>
                <a:spcPct val="118400"/>
              </a:lnSpc>
              <a:spcBef>
                <a:spcPts val="130"/>
              </a:spcBef>
            </a:pPr>
            <a:r>
              <a:rPr sz="600" dirty="0">
                <a:solidFill>
                  <a:srgbClr val="A1A1A1"/>
                </a:solidFill>
                <a:latin typeface="Arial"/>
                <a:cs typeface="Arial"/>
              </a:rPr>
              <a:t>es </a:t>
            </a:r>
            <a:r>
              <a:rPr sz="600" u="heavy" dirty="0">
                <a:solidFill>
                  <a:srgbClr val="A1A1A1"/>
                </a:solidFill>
                <a:uFill>
                  <a:solidFill>
                    <a:srgbClr val="A1A1A1"/>
                  </a:solidFill>
                </a:uFill>
                <a:latin typeface="Arial"/>
                <a:cs typeface="Arial"/>
              </a:rPr>
              <a:t> </a:t>
            </a:r>
            <a:r>
              <a:rPr sz="600" spc="500" dirty="0">
                <a:solidFill>
                  <a:srgbClr val="A1A1A1"/>
                </a:solidFill>
                <a:latin typeface="Arial"/>
                <a:cs typeface="Arial"/>
              </a:rPr>
              <a:t>   </a:t>
            </a:r>
            <a:r>
              <a:rPr sz="700" dirty="0">
                <a:solidFill>
                  <a:srgbClr val="A1A1A1"/>
                </a:solidFill>
                <a:latin typeface="Times New Roman"/>
                <a:cs typeface="Times New Roman"/>
              </a:rPr>
              <a:t>com</a:t>
            </a:r>
            <a:r>
              <a:rPr sz="700" spc="55" dirty="0">
                <a:solidFill>
                  <a:srgbClr val="A1A1A1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A1A1A1"/>
                </a:solidFill>
                <a:latin typeface="Arial"/>
                <a:cs typeface="Arial"/>
              </a:rPr>
              <a:t>libra[Y.</a:t>
            </a:r>
            <a:r>
              <a:rPr sz="550" spc="500" dirty="0">
                <a:solidFill>
                  <a:srgbClr val="A1A1A1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B8B8B8"/>
                </a:solidFill>
                <a:latin typeface="Arial"/>
                <a:cs typeface="Arial"/>
              </a:rPr>
              <a:t>10i&lt;.class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600" spc="-10" dirty="0">
                <a:solidFill>
                  <a:srgbClr val="A1A1A1"/>
                </a:solidFill>
                <a:latin typeface="Arial"/>
                <a:cs typeface="Arial"/>
              </a:rPr>
              <a:t>10ILjava</a:t>
            </a:r>
            <a:endParaRPr sz="600">
              <a:latin typeface="Arial"/>
              <a:cs typeface="Arial"/>
            </a:endParaRPr>
          </a:p>
          <a:p>
            <a:pPr marL="40640">
              <a:lnSpc>
                <a:spcPct val="100000"/>
              </a:lnSpc>
              <a:spcBef>
                <a:spcPts val="210"/>
              </a:spcBef>
            </a:pPr>
            <a:r>
              <a:rPr sz="600" b="1" dirty="0">
                <a:solidFill>
                  <a:srgbClr val="B8B8B8"/>
                </a:solidFill>
                <a:latin typeface="Arial"/>
                <a:cs typeface="Arial"/>
              </a:rPr>
              <a:t>rana</a:t>
            </a:r>
            <a:r>
              <a:rPr sz="600" b="1" spc="13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B8B8B8"/>
                </a:solidFill>
                <a:latin typeface="Arial"/>
                <a:cs typeface="Arial"/>
              </a:rPr>
              <a:t>class</a:t>
            </a:r>
            <a:endParaRPr sz="600">
              <a:latin typeface="Arial"/>
              <a:cs typeface="Arial"/>
            </a:endParaRPr>
          </a:p>
          <a:p>
            <a:pPr marL="15875" marR="77470" indent="1270" algn="just">
              <a:lnSpc>
                <a:spcPct val="137200"/>
              </a:lnSpc>
              <a:spcBef>
                <a:spcPts val="10"/>
              </a:spcBef>
            </a:pPr>
            <a:r>
              <a:rPr sz="550" b="1" spc="-35" dirty="0">
                <a:solidFill>
                  <a:srgbClr val="A1A1A1"/>
                </a:solidFill>
                <a:latin typeface="Arial"/>
                <a:cs typeface="Arial"/>
              </a:rPr>
              <a:t>&gt;ra</a:t>
            </a:r>
            <a:r>
              <a:rPr sz="550" b="1" spc="-35" dirty="0">
                <a:solidFill>
                  <a:srgbClr val="757575"/>
                </a:solidFill>
                <a:latin typeface="Arial"/>
                <a:cs typeface="Arial"/>
              </a:rPr>
              <a:t>r</a:t>
            </a:r>
            <a:r>
              <a:rPr sz="550" b="1" spc="-35" dirty="0">
                <a:solidFill>
                  <a:srgbClr val="A1A1A1"/>
                </a:solidFill>
                <a:latin typeface="Arial"/>
                <a:cs typeface="Arial"/>
              </a:rPr>
              <a:t>ian.java</a:t>
            </a:r>
            <a:r>
              <a:rPr sz="550" b="1" spc="500" dirty="0">
                <a:solidFill>
                  <a:srgbClr val="A1A1A1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B8B8B8"/>
                </a:solidFill>
                <a:latin typeface="Arial"/>
                <a:cs typeface="Arial"/>
              </a:rPr>
              <a:t>irary</a:t>
            </a:r>
            <a:r>
              <a:rPr sz="600" spc="-5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B8B8B8"/>
                </a:solidFill>
                <a:latin typeface="Arial"/>
                <a:cs typeface="Arial"/>
              </a:rPr>
              <a:t>class</a:t>
            </a:r>
            <a:r>
              <a:rPr sz="600" spc="50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A1A1A1"/>
                </a:solidFill>
                <a:latin typeface="Arial"/>
                <a:cs typeface="Arial"/>
              </a:rPr>
              <a:t>ira</a:t>
            </a:r>
            <a:r>
              <a:rPr sz="600" spc="-10" dirty="0">
                <a:solidFill>
                  <a:srgbClr val="757575"/>
                </a:solidFill>
                <a:latin typeface="Arial"/>
                <a:cs typeface="Arial"/>
              </a:rPr>
              <a:t>ry</a:t>
            </a:r>
            <a:r>
              <a:rPr sz="600" spc="-10" dirty="0">
                <a:solidFill>
                  <a:srgbClr val="A1A1A1"/>
                </a:solidFill>
                <a:latin typeface="Arial"/>
                <a:cs typeface="Arial"/>
              </a:rPr>
              <a:t>.java</a:t>
            </a:r>
            <a:endParaRPr sz="600">
              <a:latin typeface="Arial"/>
              <a:cs typeface="Arial"/>
            </a:endParaRPr>
          </a:p>
          <a:p>
            <a:pPr marL="60325">
              <a:lnSpc>
                <a:spcPct val="100000"/>
              </a:lnSpc>
              <a:spcBef>
                <a:spcPts val="125"/>
              </a:spcBef>
            </a:pPr>
            <a:r>
              <a:rPr sz="600" b="1" spc="-35" dirty="0">
                <a:solidFill>
                  <a:srgbClr val="B8B8B8"/>
                </a:solidFill>
                <a:latin typeface="Times New Roman"/>
                <a:cs typeface="Times New Roman"/>
              </a:rPr>
              <a:t>...</a:t>
            </a:r>
            <a:r>
              <a:rPr sz="600" b="1" spc="-50" dirty="0">
                <a:solidFill>
                  <a:srgbClr val="B8B8B8"/>
                </a:solidFill>
                <a:latin typeface="Times New Roman"/>
                <a:cs typeface="Times New Roman"/>
              </a:rPr>
              <a:t> </a:t>
            </a:r>
            <a:r>
              <a:rPr sz="600" b="1" spc="-10" dirty="0">
                <a:solidFill>
                  <a:srgbClr val="B8B8B8"/>
                </a:solidFill>
                <a:latin typeface="Times New Roman"/>
                <a:cs typeface="Times New Roman"/>
              </a:rPr>
              <a:t>class</a:t>
            </a:r>
            <a:endParaRPr sz="60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270"/>
              </a:spcBef>
            </a:pPr>
            <a:r>
              <a:rPr sz="650" b="1" spc="-10" dirty="0">
                <a:solidFill>
                  <a:srgbClr val="A1A1A1"/>
                </a:solidFill>
                <a:latin typeface="Times New Roman"/>
                <a:cs typeface="Times New Roman"/>
              </a:rPr>
              <a:t>i</a:t>
            </a:r>
            <a:r>
              <a:rPr sz="650" b="1" spc="-10" dirty="0">
                <a:solidFill>
                  <a:srgbClr val="757575"/>
                </a:solidFill>
                <a:latin typeface="Times New Roman"/>
                <a:cs typeface="Times New Roman"/>
              </a:rPr>
              <a:t>i</a:t>
            </a:r>
            <a:r>
              <a:rPr sz="650" b="1" spc="-10" dirty="0">
                <a:solidFill>
                  <a:srgbClr val="A1A1A1"/>
                </a:solidFill>
                <a:latin typeface="Times New Roman"/>
                <a:cs typeface="Times New Roman"/>
              </a:rPr>
              <a:t>n.jav</a:t>
            </a:r>
            <a:r>
              <a:rPr sz="650" b="1" spc="-10" dirty="0">
                <a:solidFill>
                  <a:srgbClr val="757575"/>
                </a:solidFill>
                <a:latin typeface="Times New Roman"/>
                <a:cs typeface="Times New Roman"/>
              </a:rPr>
              <a:t>a</a:t>
            </a:r>
            <a:endParaRPr sz="65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150"/>
              </a:spcBef>
            </a:pPr>
            <a:r>
              <a:rPr sz="650" dirty="0">
                <a:solidFill>
                  <a:srgbClr val="B8B8B8"/>
                </a:solidFill>
                <a:latin typeface="Times New Roman"/>
                <a:cs typeface="Times New Roman"/>
              </a:rPr>
              <a:t>.dent</a:t>
            </a:r>
            <a:r>
              <a:rPr sz="650" spc="90" dirty="0">
                <a:solidFill>
                  <a:srgbClr val="B8B8B8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B8B8B8"/>
                </a:solidFill>
                <a:latin typeface="Arial"/>
                <a:cs typeface="Arial"/>
              </a:rPr>
              <a:t>class</a:t>
            </a:r>
            <a:endParaRPr sz="6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A1A1A1"/>
                </a:solidFill>
                <a:latin typeface="Times New Roman"/>
                <a:cs typeface="Times New Roman"/>
              </a:rPr>
              <a:t>udent.java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0731" y="2924476"/>
            <a:ext cx="208279" cy="131445"/>
          </a:xfrm>
          <a:prstGeom prst="rect">
            <a:avLst/>
          </a:prstGeom>
          <a:solidFill>
            <a:srgbClr val="DFE1D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650" b="1" spc="-60" dirty="0">
                <a:solidFill>
                  <a:srgbClr val="B8B8B8"/>
                </a:solidFill>
                <a:latin typeface="Times New Roman"/>
                <a:cs typeface="Times New Roman"/>
              </a:rPr>
              <a:t>ans.act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85183" y="2916389"/>
            <a:ext cx="28511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10" dirty="0">
                <a:solidFill>
                  <a:srgbClr val="B8B8B8"/>
                </a:solidFill>
                <a:latin typeface="Times New Roman"/>
                <a:cs typeface="Times New Roman"/>
              </a:rPr>
              <a:t>on</a:t>
            </a:r>
            <a:r>
              <a:rPr sz="650" b="1" spc="-50" dirty="0">
                <a:solidFill>
                  <a:srgbClr val="B8B8B8"/>
                </a:solidFill>
                <a:latin typeface="Times New Roman"/>
                <a:cs typeface="Times New Roman"/>
              </a:rPr>
              <a:t> </a:t>
            </a:r>
            <a:r>
              <a:rPr sz="650" b="1" spc="-20" dirty="0">
                <a:solidFill>
                  <a:srgbClr val="B8B8B8"/>
                </a:solidFill>
                <a:latin typeface="Times New Roman"/>
                <a:cs typeface="Times New Roman"/>
              </a:rPr>
              <a:t>c,ass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0731" y="3055828"/>
            <a:ext cx="464820" cy="100965"/>
          </a:xfrm>
          <a:prstGeom prst="rect">
            <a:avLst/>
          </a:prstGeom>
          <a:solidFill>
            <a:srgbClr val="DFE1DF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550" b="1" spc="-25" dirty="0">
                <a:solidFill>
                  <a:srgbClr val="A1A1A1"/>
                </a:solidFill>
                <a:latin typeface="Arial"/>
                <a:cs typeface="Arial"/>
              </a:rPr>
              <a:t>ansaction.java</a:t>
            </a:r>
            <a:endParaRPr sz="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79259" y="3298752"/>
            <a:ext cx="7620" cy="100965"/>
          </a:xfrm>
          <a:custGeom>
            <a:avLst/>
            <a:gdLst/>
            <a:ahLst/>
            <a:cxnLst/>
            <a:rect l="l" t="t" r="r" b="b"/>
            <a:pathLst>
              <a:path w="7620" h="100964">
                <a:moveTo>
                  <a:pt x="7137" y="100440"/>
                </a:moveTo>
                <a:lnTo>
                  <a:pt x="0" y="100440"/>
                </a:lnTo>
                <a:lnTo>
                  <a:pt x="0" y="0"/>
                </a:lnTo>
                <a:lnTo>
                  <a:pt x="7137" y="0"/>
                </a:lnTo>
                <a:lnTo>
                  <a:pt x="7137" y="100440"/>
                </a:lnTo>
                <a:close/>
              </a:path>
            </a:pathLst>
          </a:custGeom>
          <a:solidFill>
            <a:srgbClr val="DFE1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266559" y="3115346"/>
            <a:ext cx="314960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440"/>
              </a:spcBef>
            </a:pPr>
            <a:r>
              <a:rPr sz="600" b="1" spc="-25" dirty="0">
                <a:solidFill>
                  <a:srgbClr val="B8B8B8"/>
                </a:solidFill>
                <a:latin typeface="Arial"/>
                <a:cs typeface="Arial"/>
              </a:rPr>
              <a:t>er </a:t>
            </a:r>
            <a:r>
              <a:rPr sz="600" b="1" spc="-10" dirty="0">
                <a:solidFill>
                  <a:srgbClr val="A1A1A1"/>
                </a:solidFill>
                <a:latin typeface="Arial"/>
                <a:cs typeface="Arial"/>
              </a:rPr>
              <a:t>class</a:t>
            </a:r>
            <a:endParaRPr sz="600">
              <a:latin typeface="Arial"/>
              <a:cs typeface="Arial"/>
            </a:endParaRPr>
          </a:p>
          <a:p>
            <a:pPr marL="13335" marR="5080" indent="-1270">
              <a:lnSpc>
                <a:spcPct val="124100"/>
              </a:lnSpc>
              <a:spcBef>
                <a:spcPts val="155"/>
              </a:spcBef>
            </a:pPr>
            <a:r>
              <a:rPr sz="550" b="1" spc="-10" dirty="0">
                <a:solidFill>
                  <a:srgbClr val="A1A1A1"/>
                </a:solidFill>
                <a:latin typeface="Arial"/>
                <a:cs typeface="Arial"/>
              </a:rPr>
              <a:t>,e</a:t>
            </a:r>
            <a:r>
              <a:rPr sz="550" b="1" spc="-10" dirty="0">
                <a:solidFill>
                  <a:srgbClr val="757575"/>
                </a:solidFill>
                <a:latin typeface="Arial"/>
                <a:cs typeface="Arial"/>
              </a:rPr>
              <a:t>r</a:t>
            </a:r>
            <a:r>
              <a:rPr sz="550" b="1" spc="-10" dirty="0">
                <a:solidFill>
                  <a:srgbClr val="A1A1A1"/>
                </a:solidFill>
                <a:latin typeface="Arial"/>
                <a:cs typeface="Arial"/>
              </a:rPr>
              <a:t>.</a:t>
            </a:r>
            <a:r>
              <a:rPr sz="550" b="1" spc="-10" dirty="0">
                <a:solidFill>
                  <a:srgbClr val="757575"/>
                </a:solidFill>
                <a:latin typeface="Arial"/>
                <a:cs typeface="Arial"/>
              </a:rPr>
              <a:t>j</a:t>
            </a:r>
            <a:r>
              <a:rPr sz="550" b="1" spc="-10" dirty="0">
                <a:solidFill>
                  <a:srgbClr val="A1A1A1"/>
                </a:solidFill>
                <a:latin typeface="Arial"/>
                <a:cs typeface="Arial"/>
              </a:rPr>
              <a:t>ava</a:t>
            </a:r>
            <a:r>
              <a:rPr sz="550" b="1" spc="500" dirty="0">
                <a:solidFill>
                  <a:srgbClr val="A1A1A1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A1A1A1"/>
                </a:solidFill>
                <a:latin typeface="Arial"/>
                <a:cs typeface="Arial"/>
              </a:rPr>
              <a:t>gno</a:t>
            </a:r>
            <a:r>
              <a:rPr sz="600" b="1" spc="-10" dirty="0">
                <a:solidFill>
                  <a:srgbClr val="757575"/>
                </a:solidFill>
                <a:latin typeface="Arial"/>
                <a:cs typeface="Arial"/>
              </a:rPr>
              <a:t>r</a:t>
            </a:r>
            <a:r>
              <a:rPr sz="600" b="1" spc="-10" dirty="0">
                <a:solidFill>
                  <a:srgbClr val="A1A1A1"/>
                </a:solidFill>
                <a:latin typeface="Arial"/>
                <a:cs typeface="Arial"/>
              </a:rPr>
              <a:t>e</a:t>
            </a:r>
            <a:r>
              <a:rPr sz="600" b="1" spc="500" dirty="0">
                <a:solidFill>
                  <a:srgbClr val="A1A1A1"/>
                </a:solidFill>
                <a:latin typeface="Arial"/>
                <a:cs typeface="Arial"/>
              </a:rPr>
              <a:t> </a:t>
            </a:r>
            <a:r>
              <a:rPr sz="700" spc="-90" dirty="0">
                <a:solidFill>
                  <a:srgbClr val="A1A1A1"/>
                </a:solidFill>
                <a:latin typeface="Times New Roman"/>
                <a:cs typeface="Times New Roman"/>
              </a:rPr>
              <a:t>ll&gt;ME.md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66161" y="2927875"/>
            <a:ext cx="2543175" cy="71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>
              <a:lnSpc>
                <a:spcPts val="800"/>
              </a:lnSpc>
              <a:spcBef>
                <a:spcPts val="100"/>
              </a:spcBef>
            </a:pPr>
            <a:r>
              <a:rPr sz="700" spc="65" dirty="0">
                <a:solidFill>
                  <a:srgbClr val="757575"/>
                </a:solidFill>
                <a:latin typeface="Times New Roman"/>
                <a:cs typeface="Times New Roman"/>
              </a:rPr>
              <a:t>---</a:t>
            </a:r>
            <a:r>
              <a:rPr sz="700" spc="38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45" dirty="0">
                <a:solidFill>
                  <a:srgbClr val="757575"/>
                </a:solidFill>
                <a:latin typeface="Times New Roman"/>
                <a:cs typeface="Times New Roman"/>
              </a:rPr>
              <a:t>Current</a:t>
            </a:r>
            <a:r>
              <a:rPr sz="700" spc="35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Book</a:t>
            </a:r>
            <a:r>
              <a:rPr sz="700" spc="29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Inventory</a:t>
            </a:r>
            <a:r>
              <a:rPr sz="700" spc="409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--</a:t>
            </a:r>
            <a:r>
              <a:rPr sz="700" spc="-50" dirty="0">
                <a:solidFill>
                  <a:srgbClr val="606060"/>
                </a:solidFill>
                <a:latin typeface="Times New Roman"/>
                <a:cs typeface="Times New Roman"/>
              </a:rPr>
              <a:t>-</a:t>
            </a:r>
            <a:endParaRPr sz="700">
              <a:latin typeface="Times New Roman"/>
              <a:cs typeface="Times New Roman"/>
            </a:endParaRPr>
          </a:p>
          <a:p>
            <a:pPr marL="19050" marR="5080">
              <a:lnSpc>
                <a:spcPts val="760"/>
              </a:lnSpc>
              <a:spcBef>
                <a:spcPts val="55"/>
              </a:spcBef>
            </a:pP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[ISBN01J</a:t>
            </a:r>
            <a:r>
              <a:rPr sz="700" spc="33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Clean</a:t>
            </a:r>
            <a:r>
              <a:rPr sz="700" spc="24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Code</a:t>
            </a:r>
            <a:r>
              <a:rPr sz="700" spc="22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by</a:t>
            </a:r>
            <a:r>
              <a:rPr sz="700" spc="23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Robert</a:t>
            </a:r>
            <a:r>
              <a:rPr sz="700" spc="24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solidFill>
                  <a:srgbClr val="757575"/>
                </a:solidFill>
                <a:latin typeface="Times New Roman"/>
                <a:cs typeface="Times New Roman"/>
              </a:rPr>
              <a:t>Hartin</a:t>
            </a:r>
            <a:r>
              <a:rPr sz="700" spc="29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-</a:t>
            </a:r>
            <a:r>
              <a:rPr sz="700" spc="204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40" dirty="0">
                <a:solidFill>
                  <a:srgbClr val="606060"/>
                </a:solidFill>
                <a:latin typeface="Times New Roman"/>
                <a:cs typeface="Times New Roman"/>
              </a:rPr>
              <a:t>Available</a:t>
            </a:r>
            <a:r>
              <a:rPr sz="700" spc="50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[ISBN02)</a:t>
            </a:r>
            <a:r>
              <a:rPr sz="700" spc="30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606060"/>
                </a:solidFill>
                <a:latin typeface="Times New Roman"/>
                <a:cs typeface="Times New Roman"/>
              </a:rPr>
              <a:t>Introduction</a:t>
            </a:r>
            <a:r>
              <a:rPr sz="700" spc="29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solidFill>
                  <a:srgbClr val="757575"/>
                </a:solidFill>
                <a:latin typeface="Times New Roman"/>
                <a:cs typeface="Times New Roman"/>
              </a:rPr>
              <a:t>to</a:t>
            </a:r>
            <a:r>
              <a:rPr sz="700" spc="19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Algorithms</a:t>
            </a:r>
            <a:r>
              <a:rPr sz="700" spc="30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by</a:t>
            </a:r>
            <a:r>
              <a:rPr sz="700" spc="17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50" dirty="0">
                <a:solidFill>
                  <a:srgbClr val="757575"/>
                </a:solidFill>
                <a:latin typeface="Times New Roman"/>
                <a:cs typeface="Times New Roman"/>
              </a:rPr>
              <a:t>CLRS</a:t>
            </a:r>
            <a:r>
              <a:rPr sz="700" spc="28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-</a:t>
            </a:r>
            <a:r>
              <a:rPr sz="700" spc="30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40" dirty="0">
                <a:solidFill>
                  <a:srgbClr val="606060"/>
                </a:solidFill>
                <a:latin typeface="Times New Roman"/>
                <a:cs typeface="Times New Roman"/>
              </a:rPr>
              <a:t>Available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[ISBN03)</a:t>
            </a:r>
            <a:r>
              <a:rPr sz="700" spc="34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606060"/>
                </a:solidFill>
                <a:latin typeface="Times New Roman"/>
                <a:cs typeface="Times New Roman"/>
              </a:rPr>
              <a:t>Effective</a:t>
            </a:r>
            <a:r>
              <a:rPr sz="700" spc="27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Java</a:t>
            </a:r>
            <a:r>
              <a:rPr sz="700" spc="27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by</a:t>
            </a:r>
            <a:r>
              <a:rPr sz="700" spc="24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Joshua</a:t>
            </a:r>
            <a:r>
              <a:rPr sz="700" spc="30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Bloch</a:t>
            </a:r>
            <a:r>
              <a:rPr sz="700" spc="34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-</a:t>
            </a:r>
            <a:r>
              <a:rPr sz="700" spc="28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40" dirty="0">
                <a:solidFill>
                  <a:srgbClr val="757575"/>
                </a:solidFill>
                <a:latin typeface="Times New Roman"/>
                <a:cs typeface="Times New Roman"/>
              </a:rPr>
              <a:t>Available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  <a:tabLst>
                <a:tab pos="1457325" algn="l"/>
              </a:tabLst>
            </a:pPr>
            <a:r>
              <a:rPr sz="600" b="1" u="heavy" dirty="0">
                <a:solidFill>
                  <a:srgbClr val="A1A1A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6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  <a:spcBef>
                <a:spcPts val="165"/>
              </a:spcBef>
            </a:pPr>
            <a:r>
              <a:rPr sz="700" spc="-80" dirty="0">
                <a:solidFill>
                  <a:srgbClr val="757575"/>
                </a:solidFill>
                <a:latin typeface="Times New Roman"/>
                <a:cs typeface="Times New Roman"/>
              </a:rPr>
              <a:t>LIBRARY</a:t>
            </a:r>
            <a:r>
              <a:rPr sz="700" spc="12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125" dirty="0">
                <a:solidFill>
                  <a:srgbClr val="757575"/>
                </a:solidFill>
                <a:latin typeface="Times New Roman"/>
                <a:cs typeface="Times New Roman"/>
              </a:rPr>
              <a:t>HANAGEHENT</a:t>
            </a:r>
            <a:r>
              <a:rPr sz="700" spc="17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757575"/>
                </a:solidFill>
                <a:latin typeface="Times New Roman"/>
                <a:cs typeface="Times New Roman"/>
              </a:rPr>
              <a:t>SYSTEM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2414" y="1145237"/>
            <a:ext cx="2390140" cy="44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95" dirty="0">
                <a:solidFill>
                  <a:srgbClr val="60906E"/>
                </a:solidFill>
                <a:latin typeface="Times New Roman"/>
                <a:cs typeface="Times New Roman"/>
              </a:rPr>
              <a:t>c</a:t>
            </a:r>
            <a:r>
              <a:rPr sz="700" spc="95" dirty="0">
                <a:solidFill>
                  <a:srgbClr val="77A877"/>
                </a:solidFill>
                <a:latin typeface="Times New Roman"/>
                <a:cs typeface="Times New Roman"/>
              </a:rPr>
              <a:t>&lt;</a:t>
            </a:r>
            <a:r>
              <a:rPr sz="700" spc="95" dirty="0">
                <a:solidFill>
                  <a:srgbClr val="3469A5"/>
                </a:solidFill>
                <a:latin typeface="Times New Roman"/>
                <a:cs typeface="Times New Roman"/>
              </a:rPr>
              <a:t>beastvengeance</a:t>
            </a:r>
            <a:r>
              <a:rPr sz="700" spc="95" dirty="0">
                <a:solidFill>
                  <a:srgbClr val="5280B1"/>
                </a:solidFill>
                <a:latin typeface="Times New Roman"/>
                <a:cs typeface="Times New Roman"/>
              </a:rPr>
              <a:t>s</a:t>
            </a:r>
            <a:r>
              <a:rPr sz="700" spc="310" dirty="0">
                <a:solidFill>
                  <a:srgbClr val="5280B1"/>
                </a:solidFill>
                <a:latin typeface="Times New Roman"/>
                <a:cs typeface="Times New Roman"/>
              </a:rPr>
              <a:t> </a:t>
            </a:r>
            <a:r>
              <a:rPr sz="700" spc="45" dirty="0">
                <a:solidFill>
                  <a:srgbClr val="3469A5"/>
                </a:solidFill>
                <a:latin typeface="Times New Roman"/>
                <a:cs typeface="Times New Roman"/>
              </a:rPr>
              <a:t>admin</a:t>
            </a:r>
            <a:r>
              <a:rPr sz="700" spc="45" dirty="0">
                <a:solidFill>
                  <a:srgbClr val="77A877"/>
                </a:solidFill>
                <a:latin typeface="Times New Roman"/>
                <a:cs typeface="Times New Roman"/>
              </a:rPr>
              <a:t>)-</a:t>
            </a:r>
            <a:r>
              <a:rPr sz="700" spc="75" dirty="0">
                <a:solidFill>
                  <a:srgbClr val="77A877"/>
                </a:solidFill>
                <a:latin typeface="Times New Roman"/>
                <a:cs typeface="Times New Roman"/>
              </a:rPr>
              <a:t>[</a:t>
            </a:r>
            <a:r>
              <a:rPr sz="700" spc="75" dirty="0">
                <a:solidFill>
                  <a:srgbClr val="757575"/>
                </a:solidFill>
                <a:latin typeface="Times New Roman"/>
                <a:cs typeface="Times New Roman"/>
              </a:rPr>
              <a:t>-</a:t>
            </a:r>
            <a:r>
              <a:rPr sz="700" spc="80" dirty="0">
                <a:solidFill>
                  <a:srgbClr val="757575"/>
                </a:solidFill>
                <a:latin typeface="Times New Roman"/>
                <a:cs typeface="Times New Roman"/>
              </a:rPr>
              <a:t>/</a:t>
            </a:r>
            <a:r>
              <a:rPr sz="700" spc="80" dirty="0">
                <a:solidFill>
                  <a:srgbClr val="4D4D4D"/>
                </a:solidFill>
                <a:latin typeface="Times New Roman"/>
                <a:cs typeface="Times New Roman"/>
              </a:rPr>
              <a:t>library-</a:t>
            </a:r>
            <a:r>
              <a:rPr sz="700" spc="90" dirty="0">
                <a:solidFill>
                  <a:srgbClr val="4D4D4D"/>
                </a:solidFill>
                <a:latin typeface="Times New Roman"/>
                <a:cs typeface="Times New Roman"/>
              </a:rPr>
              <a:t>java-</a:t>
            </a:r>
            <a:r>
              <a:rPr sz="700" spc="80" dirty="0">
                <a:solidFill>
                  <a:srgbClr val="4D4D4D"/>
                </a:solidFill>
                <a:latin typeface="Times New Roman"/>
                <a:cs typeface="Times New Roman"/>
              </a:rPr>
              <a:t>app</a:t>
            </a:r>
            <a:r>
              <a:rPr sz="700" spc="80" dirty="0">
                <a:solidFill>
                  <a:srgbClr val="757575"/>
                </a:solidFill>
                <a:latin typeface="Times New Roman"/>
                <a:cs typeface="Times New Roman"/>
              </a:rPr>
              <a:t>/s</a:t>
            </a:r>
            <a:r>
              <a:rPr sz="700" spc="80" dirty="0">
                <a:solidFill>
                  <a:srgbClr val="4D4D4D"/>
                </a:solidFill>
                <a:latin typeface="Times New Roman"/>
                <a:cs typeface="Times New Roman"/>
              </a:rPr>
              <a:t>rc</a:t>
            </a:r>
            <a:r>
              <a:rPr sz="700" spc="80" dirty="0">
                <a:solidFill>
                  <a:srgbClr val="77A877"/>
                </a:solidFill>
                <a:latin typeface="Times New Roman"/>
                <a:cs typeface="Times New Roman"/>
              </a:rPr>
              <a:t>]</a:t>
            </a:r>
            <a:endParaRPr sz="700">
              <a:latin typeface="Times New Roman"/>
              <a:cs typeface="Times New Roman"/>
            </a:endParaRPr>
          </a:p>
          <a:p>
            <a:pPr marL="135255">
              <a:lnSpc>
                <a:spcPts val="844"/>
              </a:lnSpc>
            </a:pPr>
            <a:r>
              <a:rPr sz="750" dirty="0">
                <a:solidFill>
                  <a:srgbClr val="3469A5"/>
                </a:solidFill>
                <a:latin typeface="Courier New"/>
                <a:cs typeface="Courier New"/>
              </a:rPr>
              <a:t>$</a:t>
            </a:r>
            <a:r>
              <a:rPr sz="750" spc="15" dirty="0">
                <a:solidFill>
                  <a:srgbClr val="3469A5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70A8B5"/>
                </a:solidFill>
                <a:latin typeface="Times New Roman"/>
                <a:cs typeface="Times New Roman"/>
              </a:rPr>
              <a:t>javac</a:t>
            </a:r>
            <a:r>
              <a:rPr sz="700" spc="325" dirty="0">
                <a:solidFill>
                  <a:srgbClr val="70A8B5"/>
                </a:solidFill>
                <a:latin typeface="Times New Roman"/>
                <a:cs typeface="Times New Roman"/>
              </a:rPr>
              <a:t> </a:t>
            </a:r>
            <a:r>
              <a:rPr sz="700" spc="50" dirty="0">
                <a:solidFill>
                  <a:srgbClr val="757575"/>
                </a:solidFill>
                <a:latin typeface="Times New Roman"/>
                <a:cs typeface="Times New Roman"/>
              </a:rPr>
              <a:t>com/library/</a:t>
            </a:r>
            <a:r>
              <a:rPr sz="700" spc="50" dirty="0">
                <a:solidFill>
                  <a:srgbClr val="5280B1"/>
                </a:solidFill>
                <a:latin typeface="Times New Roman"/>
                <a:cs typeface="Times New Roman"/>
              </a:rPr>
              <a:t>*</a:t>
            </a:r>
            <a:r>
              <a:rPr sz="700" spc="50" dirty="0">
                <a:solidFill>
                  <a:srgbClr val="757575"/>
                </a:solidFill>
                <a:latin typeface="Times New Roman"/>
                <a:cs typeface="Times New Roman"/>
              </a:rPr>
              <a:t>.Java</a:t>
            </a:r>
            <a:endParaRPr sz="700">
              <a:latin typeface="Times New Roman"/>
              <a:cs typeface="Times New Roman"/>
            </a:endParaRPr>
          </a:p>
          <a:p>
            <a:pPr marL="31750">
              <a:lnSpc>
                <a:spcPts val="810"/>
              </a:lnSpc>
            </a:pPr>
            <a:r>
              <a:rPr sz="700" spc="85" dirty="0">
                <a:solidFill>
                  <a:srgbClr val="60906E"/>
                </a:solidFill>
                <a:latin typeface="Times New Roman"/>
                <a:cs typeface="Times New Roman"/>
              </a:rPr>
              <a:t>C</a:t>
            </a:r>
            <a:r>
              <a:rPr sz="700" spc="85" dirty="0">
                <a:solidFill>
                  <a:srgbClr val="77A877"/>
                </a:solidFill>
                <a:latin typeface="Times New Roman"/>
                <a:cs typeface="Times New Roman"/>
              </a:rPr>
              <a:t>(</a:t>
            </a:r>
            <a:r>
              <a:rPr sz="700" spc="85" dirty="0">
                <a:solidFill>
                  <a:srgbClr val="3469A5"/>
                </a:solidFill>
                <a:latin typeface="Times New Roman"/>
                <a:cs typeface="Times New Roman"/>
              </a:rPr>
              <a:t>beastvengeance</a:t>
            </a:r>
            <a:r>
              <a:rPr sz="700" spc="85" dirty="0">
                <a:solidFill>
                  <a:srgbClr val="5280B1"/>
                </a:solidFill>
                <a:latin typeface="Times New Roman"/>
                <a:cs typeface="Times New Roman"/>
              </a:rPr>
              <a:t>S</a:t>
            </a:r>
            <a:r>
              <a:rPr sz="700" spc="235" dirty="0">
                <a:solidFill>
                  <a:srgbClr val="5280B1"/>
                </a:solidFill>
                <a:latin typeface="Times New Roman"/>
                <a:cs typeface="Times New Roman"/>
              </a:rPr>
              <a:t> </a:t>
            </a:r>
            <a:r>
              <a:rPr sz="700" spc="45" dirty="0">
                <a:solidFill>
                  <a:srgbClr val="3469A5"/>
                </a:solidFill>
                <a:latin typeface="Times New Roman"/>
                <a:cs typeface="Times New Roman"/>
              </a:rPr>
              <a:t>admin</a:t>
            </a:r>
            <a:r>
              <a:rPr sz="700" spc="45" dirty="0">
                <a:solidFill>
                  <a:srgbClr val="77A877"/>
                </a:solidFill>
                <a:latin typeface="Times New Roman"/>
                <a:cs typeface="Times New Roman"/>
              </a:rPr>
              <a:t>)</a:t>
            </a:r>
            <a:r>
              <a:rPr sz="700" spc="45" dirty="0">
                <a:solidFill>
                  <a:srgbClr val="60906E"/>
                </a:solidFill>
                <a:latin typeface="Times New Roman"/>
                <a:cs typeface="Times New Roman"/>
              </a:rPr>
              <a:t>-</a:t>
            </a:r>
            <a:r>
              <a:rPr sz="700" spc="75" dirty="0">
                <a:solidFill>
                  <a:srgbClr val="77A877"/>
                </a:solidFill>
                <a:latin typeface="Times New Roman"/>
                <a:cs typeface="Times New Roman"/>
              </a:rPr>
              <a:t>[</a:t>
            </a:r>
            <a:r>
              <a:rPr sz="700" spc="75" dirty="0">
                <a:solidFill>
                  <a:srgbClr val="757575"/>
                </a:solidFill>
                <a:latin typeface="Times New Roman"/>
                <a:cs typeface="Times New Roman"/>
              </a:rPr>
              <a:t>-</a:t>
            </a:r>
            <a:r>
              <a:rPr sz="700" spc="80" dirty="0">
                <a:solidFill>
                  <a:srgbClr val="757575"/>
                </a:solidFill>
                <a:latin typeface="Times New Roman"/>
                <a:cs typeface="Times New Roman"/>
              </a:rPr>
              <a:t>/li</a:t>
            </a:r>
            <a:r>
              <a:rPr sz="700" spc="80" dirty="0">
                <a:solidFill>
                  <a:srgbClr val="4D4D4D"/>
                </a:solidFill>
                <a:latin typeface="Times New Roman"/>
                <a:cs typeface="Times New Roman"/>
              </a:rPr>
              <a:t>brary-</a:t>
            </a:r>
            <a:r>
              <a:rPr sz="700" spc="90" dirty="0">
                <a:solidFill>
                  <a:srgbClr val="4D4D4D"/>
                </a:solidFill>
                <a:latin typeface="Times New Roman"/>
                <a:cs typeface="Times New Roman"/>
              </a:rPr>
              <a:t>java-</a:t>
            </a:r>
            <a:r>
              <a:rPr sz="700" spc="80" dirty="0">
                <a:solidFill>
                  <a:srgbClr val="4D4D4D"/>
                </a:solidFill>
                <a:latin typeface="Times New Roman"/>
                <a:cs typeface="Times New Roman"/>
              </a:rPr>
              <a:t>app</a:t>
            </a:r>
            <a:r>
              <a:rPr sz="700" spc="80" dirty="0">
                <a:solidFill>
                  <a:srgbClr val="757575"/>
                </a:solidFill>
                <a:latin typeface="Times New Roman"/>
                <a:cs typeface="Times New Roman"/>
              </a:rPr>
              <a:t>/s</a:t>
            </a:r>
            <a:r>
              <a:rPr sz="700" spc="80" dirty="0">
                <a:solidFill>
                  <a:srgbClr val="4D4D4D"/>
                </a:solidFill>
                <a:latin typeface="Times New Roman"/>
                <a:cs typeface="Times New Roman"/>
              </a:rPr>
              <a:t>rc</a:t>
            </a:r>
            <a:r>
              <a:rPr sz="700" spc="80" dirty="0">
                <a:solidFill>
                  <a:srgbClr val="77A877"/>
                </a:solidFill>
                <a:latin typeface="Times New Roman"/>
                <a:cs typeface="Times New Roman"/>
              </a:rPr>
              <a:t>]</a:t>
            </a:r>
            <a:endParaRPr sz="700">
              <a:latin typeface="Times New Roman"/>
              <a:cs typeface="Times New Roman"/>
            </a:endParaRPr>
          </a:p>
          <a:p>
            <a:pPr marL="141605">
              <a:lnSpc>
                <a:spcPts val="815"/>
              </a:lnSpc>
            </a:pPr>
            <a:r>
              <a:rPr sz="700" dirty="0">
                <a:solidFill>
                  <a:srgbClr val="5280B1"/>
                </a:solidFill>
                <a:latin typeface="Times New Roman"/>
                <a:cs typeface="Times New Roman"/>
              </a:rPr>
              <a:t>$</a:t>
            </a:r>
            <a:r>
              <a:rPr sz="700" spc="235" dirty="0">
                <a:solidFill>
                  <a:srgbClr val="5280B1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0A8B5"/>
                </a:solidFill>
                <a:latin typeface="Times New Roman"/>
                <a:cs typeface="Times New Roman"/>
              </a:rPr>
              <a:t>Java</a:t>
            </a:r>
            <a:r>
              <a:rPr sz="700" spc="300" dirty="0">
                <a:solidFill>
                  <a:srgbClr val="70A8B5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757575"/>
                </a:solidFill>
                <a:latin typeface="Times New Roman"/>
                <a:cs typeface="Times New Roman"/>
              </a:rPr>
              <a:t>com.</a:t>
            </a:r>
            <a:r>
              <a:rPr sz="700" spc="-6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solidFill>
                  <a:srgbClr val="757575"/>
                </a:solidFill>
                <a:latin typeface="Times New Roman"/>
                <a:cs typeface="Times New Roman"/>
              </a:rPr>
              <a:t>library.Hain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07127" y="1745405"/>
            <a:ext cx="116713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80" dirty="0">
                <a:solidFill>
                  <a:srgbClr val="757575"/>
                </a:solidFill>
                <a:latin typeface="Times New Roman"/>
                <a:cs typeface="Times New Roman"/>
              </a:rPr>
              <a:t>LIBRARY</a:t>
            </a:r>
            <a:r>
              <a:rPr sz="700" spc="12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125" dirty="0">
                <a:solidFill>
                  <a:srgbClr val="757575"/>
                </a:solidFill>
                <a:latin typeface="Times New Roman"/>
                <a:cs typeface="Times New Roman"/>
              </a:rPr>
              <a:t>HANAGEHENT</a:t>
            </a:r>
            <a:r>
              <a:rPr sz="700" spc="17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85" dirty="0">
                <a:solidFill>
                  <a:srgbClr val="757575"/>
                </a:solidFill>
                <a:latin typeface="Times New Roman"/>
                <a:cs typeface="Times New Roman"/>
              </a:rPr>
              <a:t>SYSTEM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65894" y="1945459"/>
            <a:ext cx="1503680" cy="915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indent="-139065">
              <a:lnSpc>
                <a:spcPts val="800"/>
              </a:lnSpc>
              <a:spcBef>
                <a:spcPts val="100"/>
              </a:spcBef>
              <a:buClr>
                <a:srgbClr val="757575"/>
              </a:buClr>
              <a:buAutoNum type="arabicPeriod"/>
              <a:tabLst>
                <a:tab pos="151765" algn="l"/>
              </a:tabLst>
            </a:pPr>
            <a:r>
              <a:rPr sz="700" spc="-20" dirty="0">
                <a:solidFill>
                  <a:srgbClr val="606060"/>
                </a:solidFill>
                <a:latin typeface="Times New Roman"/>
                <a:cs typeface="Times New Roman"/>
              </a:rPr>
              <a:t>Add</a:t>
            </a:r>
            <a:r>
              <a:rPr sz="700" spc="13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a</a:t>
            </a:r>
            <a:r>
              <a:rPr sz="700" spc="21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55" dirty="0">
                <a:solidFill>
                  <a:srgbClr val="757575"/>
                </a:solidFill>
                <a:latin typeface="Times New Roman"/>
                <a:cs typeface="Times New Roman"/>
              </a:rPr>
              <a:t>New</a:t>
            </a:r>
            <a:r>
              <a:rPr sz="700" spc="9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757575"/>
                </a:solidFill>
                <a:latin typeface="Times New Roman"/>
                <a:cs typeface="Times New Roman"/>
              </a:rPr>
              <a:t>Book</a:t>
            </a:r>
            <a:endParaRPr sz="700">
              <a:latin typeface="Times New Roman"/>
              <a:cs typeface="Times New Roman"/>
            </a:endParaRPr>
          </a:p>
          <a:p>
            <a:pPr marL="153670" indent="-136525">
              <a:lnSpc>
                <a:spcPts val="775"/>
              </a:lnSpc>
              <a:buAutoNum type="arabicPeriod"/>
              <a:tabLst>
                <a:tab pos="154305" algn="l"/>
              </a:tabLst>
            </a:pPr>
            <a:r>
              <a:rPr sz="700" spc="55" dirty="0">
                <a:solidFill>
                  <a:srgbClr val="757575"/>
                </a:solidFill>
                <a:latin typeface="Times New Roman"/>
                <a:cs typeface="Times New Roman"/>
              </a:rPr>
              <a:t>Register</a:t>
            </a:r>
            <a:r>
              <a:rPr sz="700" spc="18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757575"/>
                </a:solidFill>
                <a:latin typeface="Times New Roman"/>
                <a:cs typeface="Times New Roman"/>
              </a:rPr>
              <a:t>a</a:t>
            </a:r>
            <a:r>
              <a:rPr sz="700" spc="18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50" dirty="0">
                <a:solidFill>
                  <a:srgbClr val="606060"/>
                </a:solidFill>
                <a:latin typeface="Times New Roman"/>
                <a:cs typeface="Times New Roman"/>
              </a:rPr>
              <a:t>New</a:t>
            </a:r>
            <a:r>
              <a:rPr sz="700" spc="13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606060"/>
                </a:solidFill>
                <a:latin typeface="Times New Roman"/>
                <a:cs typeface="Times New Roman"/>
              </a:rPr>
              <a:t>User</a:t>
            </a:r>
            <a:endParaRPr sz="700">
              <a:latin typeface="Times New Roman"/>
              <a:cs typeface="Times New Roman"/>
            </a:endParaRPr>
          </a:p>
          <a:p>
            <a:pPr marL="149860" indent="-133985">
              <a:lnSpc>
                <a:spcPts val="775"/>
              </a:lnSpc>
              <a:buAutoNum type="arabicPeriod"/>
              <a:tabLst>
                <a:tab pos="150495" algn="l"/>
              </a:tabLst>
            </a:pPr>
            <a:r>
              <a:rPr sz="700" spc="-10" dirty="0">
                <a:solidFill>
                  <a:srgbClr val="757575"/>
                </a:solidFill>
                <a:latin typeface="Times New Roman"/>
                <a:cs typeface="Times New Roman"/>
              </a:rPr>
              <a:t>Show</a:t>
            </a:r>
            <a:r>
              <a:rPr sz="700" spc="16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606060"/>
                </a:solidFill>
                <a:latin typeface="Times New Roman"/>
                <a:cs typeface="Times New Roman"/>
              </a:rPr>
              <a:t>Full</a:t>
            </a:r>
            <a:r>
              <a:rPr sz="700" spc="15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4D4D4D"/>
                </a:solidFill>
                <a:latin typeface="Times New Roman"/>
                <a:cs typeface="Times New Roman"/>
              </a:rPr>
              <a:t>Inventory</a:t>
            </a:r>
            <a:endParaRPr sz="700">
              <a:latin typeface="Times New Roman"/>
              <a:cs typeface="Times New Roman"/>
            </a:endParaRPr>
          </a:p>
          <a:p>
            <a:pPr marL="149860" indent="-135890">
              <a:lnSpc>
                <a:spcPts val="760"/>
              </a:lnSpc>
              <a:buAutoNum type="arabicPeriod"/>
              <a:tabLst>
                <a:tab pos="150495" algn="l"/>
              </a:tabLst>
            </a:pPr>
            <a:r>
              <a:rPr sz="700" spc="-10" dirty="0">
                <a:solidFill>
                  <a:srgbClr val="757575"/>
                </a:solidFill>
                <a:latin typeface="Times New Roman"/>
                <a:cs typeface="Times New Roman"/>
              </a:rPr>
              <a:t>Show</a:t>
            </a:r>
            <a:r>
              <a:rPr sz="700" spc="35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Registered</a:t>
            </a:r>
            <a:r>
              <a:rPr sz="700" spc="47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606060"/>
                </a:solidFill>
                <a:latin typeface="Times New Roman"/>
                <a:cs typeface="Times New Roman"/>
              </a:rPr>
              <a:t>Users</a:t>
            </a:r>
            <a:endParaRPr sz="700">
              <a:latin typeface="Times New Roman"/>
              <a:cs typeface="Times New Roman"/>
            </a:endParaRPr>
          </a:p>
          <a:p>
            <a:pPr marL="149860" indent="-135255">
              <a:lnSpc>
                <a:spcPts val="760"/>
              </a:lnSpc>
              <a:buAutoNum type="arabicPeriod"/>
              <a:tabLst>
                <a:tab pos="150495" algn="l"/>
              </a:tabLst>
            </a:pP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Search</a:t>
            </a:r>
            <a:r>
              <a:rPr sz="700" spc="29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Books</a:t>
            </a:r>
            <a:r>
              <a:rPr sz="700" spc="30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by</a:t>
            </a:r>
            <a:r>
              <a:rPr sz="700" spc="14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95" dirty="0">
                <a:solidFill>
                  <a:srgbClr val="606060"/>
                </a:solidFill>
                <a:latin typeface="Times New Roman"/>
                <a:cs typeface="Times New Roman"/>
              </a:rPr>
              <a:t>Title</a:t>
            </a:r>
            <a:endParaRPr sz="700">
              <a:latin typeface="Times New Roman"/>
              <a:cs typeface="Times New Roman"/>
            </a:endParaRPr>
          </a:p>
          <a:p>
            <a:pPr marL="153035" indent="-140970">
              <a:lnSpc>
                <a:spcPts val="775"/>
              </a:lnSpc>
              <a:buClr>
                <a:srgbClr val="757575"/>
              </a:buClr>
              <a:buAutoNum type="arabicPeriod"/>
              <a:tabLst>
                <a:tab pos="153670" algn="l"/>
              </a:tabLst>
            </a:pPr>
            <a:r>
              <a:rPr sz="700" spc="65" dirty="0">
                <a:solidFill>
                  <a:srgbClr val="606060"/>
                </a:solidFill>
                <a:latin typeface="Times New Roman"/>
                <a:cs typeface="Times New Roman"/>
              </a:rPr>
              <a:t>Issue</a:t>
            </a:r>
            <a:r>
              <a:rPr sz="700" spc="15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70" dirty="0">
                <a:solidFill>
                  <a:srgbClr val="757575"/>
                </a:solidFill>
                <a:latin typeface="Times New Roman"/>
                <a:cs typeface="Times New Roman"/>
              </a:rPr>
              <a:t>a</a:t>
            </a:r>
            <a:r>
              <a:rPr sz="700" spc="15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Book</a:t>
            </a:r>
            <a:r>
              <a:rPr sz="700" spc="21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757575"/>
                </a:solidFill>
                <a:latin typeface="Times New Roman"/>
                <a:cs typeface="Times New Roman"/>
              </a:rPr>
              <a:t>(Borrow)</a:t>
            </a:r>
            <a:endParaRPr sz="700">
              <a:latin typeface="Times New Roman"/>
              <a:cs typeface="Times New Roman"/>
            </a:endParaRPr>
          </a:p>
          <a:p>
            <a:pPr marL="153670" indent="-137795">
              <a:lnSpc>
                <a:spcPts val="790"/>
              </a:lnSpc>
              <a:buClr>
                <a:srgbClr val="757575"/>
              </a:buClr>
              <a:buAutoNum type="arabicPeriod"/>
              <a:tabLst>
                <a:tab pos="154305" algn="l"/>
              </a:tabLst>
            </a:pP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Return</a:t>
            </a:r>
            <a:r>
              <a:rPr sz="700" spc="29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a</a:t>
            </a:r>
            <a:r>
              <a:rPr sz="700" spc="36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606060"/>
                </a:solidFill>
                <a:latin typeface="Times New Roman"/>
                <a:cs typeface="Times New Roman"/>
              </a:rPr>
              <a:t>Book</a:t>
            </a:r>
            <a:endParaRPr sz="700">
              <a:latin typeface="Times New Roman"/>
              <a:cs typeface="Times New Roman"/>
            </a:endParaRPr>
          </a:p>
          <a:p>
            <a:pPr marL="153670" indent="-139700">
              <a:lnSpc>
                <a:spcPts val="775"/>
              </a:lnSpc>
              <a:buClr>
                <a:srgbClr val="757575"/>
              </a:buClr>
              <a:buAutoNum type="arabicPeriod"/>
              <a:tabLst>
                <a:tab pos="154305" algn="l"/>
              </a:tabLst>
            </a:pPr>
            <a:r>
              <a:rPr sz="700" spc="50" dirty="0">
                <a:solidFill>
                  <a:srgbClr val="606060"/>
                </a:solidFill>
                <a:latin typeface="Times New Roman"/>
                <a:cs typeface="Times New Roman"/>
              </a:rPr>
              <a:t>Exit</a:t>
            </a:r>
            <a:r>
              <a:rPr sz="700" spc="21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40" dirty="0">
                <a:solidFill>
                  <a:srgbClr val="606060"/>
                </a:solidFill>
                <a:latin typeface="Times New Roman"/>
                <a:cs typeface="Times New Roman"/>
              </a:rPr>
              <a:t>Application</a:t>
            </a:r>
            <a:endParaRPr sz="700">
              <a:latin typeface="Times New Roman"/>
              <a:cs typeface="Times New Roman"/>
            </a:endParaRPr>
          </a:p>
          <a:p>
            <a:pPr marL="18415">
              <a:lnSpc>
                <a:spcPts val="800"/>
              </a:lnSpc>
            </a:pPr>
            <a:r>
              <a:rPr sz="700" spc="50" dirty="0">
                <a:solidFill>
                  <a:srgbClr val="606060"/>
                </a:solidFill>
                <a:latin typeface="Times New Roman"/>
                <a:cs typeface="Times New Roman"/>
              </a:rPr>
              <a:t>Please</a:t>
            </a:r>
            <a:r>
              <a:rPr sz="700" spc="21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solidFill>
                  <a:srgbClr val="757575"/>
                </a:solidFill>
                <a:latin typeface="Times New Roman"/>
                <a:cs typeface="Times New Roman"/>
              </a:rPr>
              <a:t>select</a:t>
            </a:r>
            <a:r>
              <a:rPr sz="700" spc="23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an</a:t>
            </a:r>
            <a:r>
              <a:rPr sz="700" spc="19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solidFill>
                  <a:srgbClr val="757575"/>
                </a:solidFill>
                <a:latin typeface="Times New Roman"/>
                <a:cs typeface="Times New Roman"/>
              </a:rPr>
              <a:t>option</a:t>
            </a:r>
            <a:r>
              <a:rPr sz="700" spc="28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solidFill>
                  <a:srgbClr val="757575"/>
                </a:solidFill>
                <a:latin typeface="Times New Roman"/>
                <a:cs typeface="Times New Roman"/>
              </a:rPr>
              <a:t>(1-</a:t>
            </a:r>
            <a:r>
              <a:rPr sz="700" spc="70" dirty="0">
                <a:solidFill>
                  <a:srgbClr val="757575"/>
                </a:solidFill>
                <a:latin typeface="Times New Roman"/>
                <a:cs typeface="Times New Roman"/>
              </a:rPr>
              <a:t>8):</a:t>
            </a:r>
            <a:r>
              <a:rPr sz="700" spc="24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45" dirty="0">
                <a:solidFill>
                  <a:srgbClr val="757575"/>
                </a:solidFill>
                <a:latin typeface="Times New Roman"/>
                <a:cs typeface="Times New Roman"/>
              </a:rPr>
              <a:t>3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64378" y="3710236"/>
            <a:ext cx="1503680" cy="915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 indent="-138430">
              <a:lnSpc>
                <a:spcPts val="800"/>
              </a:lnSpc>
              <a:spcBef>
                <a:spcPts val="100"/>
              </a:spcBef>
              <a:buClr>
                <a:srgbClr val="757575"/>
              </a:buClr>
              <a:buAutoNum type="arabicPeriod"/>
              <a:tabLst>
                <a:tab pos="153035" algn="l"/>
              </a:tabLst>
            </a:pPr>
            <a:r>
              <a:rPr sz="700" spc="-20" dirty="0">
                <a:solidFill>
                  <a:srgbClr val="606060"/>
                </a:solidFill>
                <a:latin typeface="Times New Roman"/>
                <a:cs typeface="Times New Roman"/>
              </a:rPr>
              <a:t>Add</a:t>
            </a:r>
            <a:r>
              <a:rPr sz="700" spc="13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a</a:t>
            </a:r>
            <a:r>
              <a:rPr sz="700" spc="21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50" dirty="0">
                <a:solidFill>
                  <a:srgbClr val="606060"/>
                </a:solidFill>
                <a:latin typeface="Times New Roman"/>
                <a:cs typeface="Times New Roman"/>
              </a:rPr>
              <a:t>New</a:t>
            </a:r>
            <a:r>
              <a:rPr sz="700" spc="114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757575"/>
                </a:solidFill>
                <a:latin typeface="Times New Roman"/>
                <a:cs typeface="Times New Roman"/>
              </a:rPr>
              <a:t>Book</a:t>
            </a:r>
            <a:endParaRPr sz="700">
              <a:latin typeface="Times New Roman"/>
              <a:cs typeface="Times New Roman"/>
            </a:endParaRPr>
          </a:p>
          <a:p>
            <a:pPr marL="155575" indent="-136525">
              <a:lnSpc>
                <a:spcPts val="775"/>
              </a:lnSpc>
              <a:buAutoNum type="arabicPeriod"/>
              <a:tabLst>
                <a:tab pos="156210" algn="l"/>
              </a:tabLst>
            </a:pPr>
            <a:r>
              <a:rPr sz="700" spc="55" dirty="0">
                <a:solidFill>
                  <a:srgbClr val="757575"/>
                </a:solidFill>
                <a:latin typeface="Times New Roman"/>
                <a:cs typeface="Times New Roman"/>
              </a:rPr>
              <a:t>Register</a:t>
            </a:r>
            <a:r>
              <a:rPr sz="700" spc="18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757575"/>
                </a:solidFill>
                <a:latin typeface="Times New Roman"/>
                <a:cs typeface="Times New Roman"/>
              </a:rPr>
              <a:t>a</a:t>
            </a:r>
            <a:r>
              <a:rPr sz="700" spc="18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50" dirty="0">
                <a:solidFill>
                  <a:srgbClr val="757575"/>
                </a:solidFill>
                <a:latin typeface="Times New Roman"/>
                <a:cs typeface="Times New Roman"/>
              </a:rPr>
              <a:t>New</a:t>
            </a:r>
            <a:r>
              <a:rPr sz="700" spc="13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606060"/>
                </a:solidFill>
                <a:latin typeface="Times New Roman"/>
                <a:cs typeface="Times New Roman"/>
              </a:rPr>
              <a:t>User</a:t>
            </a:r>
            <a:endParaRPr sz="700">
              <a:latin typeface="Times New Roman"/>
              <a:cs typeface="Times New Roman"/>
            </a:endParaRPr>
          </a:p>
          <a:p>
            <a:pPr marL="151130" indent="-133985">
              <a:lnSpc>
                <a:spcPts val="775"/>
              </a:lnSpc>
              <a:buAutoNum type="arabicPeriod"/>
              <a:tabLst>
                <a:tab pos="151765" algn="l"/>
              </a:tabLst>
            </a:pPr>
            <a:r>
              <a:rPr sz="700" spc="-10" dirty="0">
                <a:solidFill>
                  <a:srgbClr val="757575"/>
                </a:solidFill>
                <a:latin typeface="Times New Roman"/>
                <a:cs typeface="Times New Roman"/>
              </a:rPr>
              <a:t>Show</a:t>
            </a:r>
            <a:r>
              <a:rPr sz="700" spc="16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606060"/>
                </a:solidFill>
                <a:latin typeface="Times New Roman"/>
                <a:cs typeface="Times New Roman"/>
              </a:rPr>
              <a:t>Full</a:t>
            </a:r>
            <a:r>
              <a:rPr sz="700" spc="15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4D4D4D"/>
                </a:solidFill>
                <a:latin typeface="Times New Roman"/>
                <a:cs typeface="Times New Roman"/>
              </a:rPr>
              <a:t>Inventory</a:t>
            </a:r>
            <a:endParaRPr sz="700">
              <a:latin typeface="Times New Roman"/>
              <a:cs typeface="Times New Roman"/>
            </a:endParaRPr>
          </a:p>
          <a:p>
            <a:pPr marL="151130" indent="-135255">
              <a:lnSpc>
                <a:spcPts val="790"/>
              </a:lnSpc>
              <a:buAutoNum type="arabicPeriod"/>
              <a:tabLst>
                <a:tab pos="151765" algn="l"/>
              </a:tabLst>
            </a:pPr>
            <a:r>
              <a:rPr sz="700" spc="-10" dirty="0">
                <a:solidFill>
                  <a:srgbClr val="757575"/>
                </a:solidFill>
                <a:latin typeface="Times New Roman"/>
                <a:cs typeface="Times New Roman"/>
              </a:rPr>
              <a:t>Show</a:t>
            </a:r>
            <a:r>
              <a:rPr sz="700" spc="35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Registered</a:t>
            </a:r>
            <a:r>
              <a:rPr sz="700" spc="47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606060"/>
                </a:solidFill>
                <a:latin typeface="Times New Roman"/>
                <a:cs typeface="Times New Roman"/>
              </a:rPr>
              <a:t>Users</a:t>
            </a:r>
            <a:endParaRPr sz="700">
              <a:latin typeface="Times New Roman"/>
              <a:cs typeface="Times New Roman"/>
            </a:endParaRPr>
          </a:p>
          <a:p>
            <a:pPr marL="151130" indent="-134620">
              <a:lnSpc>
                <a:spcPts val="775"/>
              </a:lnSpc>
              <a:buAutoNum type="arabicPeriod"/>
              <a:tabLst>
                <a:tab pos="151765" algn="l"/>
              </a:tabLst>
            </a:pP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Search</a:t>
            </a:r>
            <a:r>
              <a:rPr sz="700" spc="29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Books</a:t>
            </a:r>
            <a:r>
              <a:rPr sz="700" spc="30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by</a:t>
            </a:r>
            <a:r>
              <a:rPr sz="700" spc="14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95" dirty="0">
                <a:solidFill>
                  <a:srgbClr val="4D4D4D"/>
                </a:solidFill>
                <a:latin typeface="Times New Roman"/>
                <a:cs typeface="Times New Roman"/>
              </a:rPr>
              <a:t>Title</a:t>
            </a:r>
            <a:endParaRPr sz="700">
              <a:latin typeface="Times New Roman"/>
              <a:cs typeface="Times New Roman"/>
            </a:endParaRPr>
          </a:p>
          <a:p>
            <a:pPr marL="154940" indent="-141605">
              <a:lnSpc>
                <a:spcPts val="760"/>
              </a:lnSpc>
              <a:buClr>
                <a:srgbClr val="757575"/>
              </a:buClr>
              <a:buAutoNum type="arabicPeriod"/>
              <a:tabLst>
                <a:tab pos="155575" algn="l"/>
              </a:tabLst>
            </a:pPr>
            <a:r>
              <a:rPr sz="700" spc="65" dirty="0">
                <a:solidFill>
                  <a:srgbClr val="606060"/>
                </a:solidFill>
                <a:latin typeface="Times New Roman"/>
                <a:cs typeface="Times New Roman"/>
              </a:rPr>
              <a:t>Issue</a:t>
            </a:r>
            <a:r>
              <a:rPr sz="700" spc="15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70" dirty="0">
                <a:solidFill>
                  <a:srgbClr val="757575"/>
                </a:solidFill>
                <a:latin typeface="Times New Roman"/>
                <a:cs typeface="Times New Roman"/>
              </a:rPr>
              <a:t>a</a:t>
            </a:r>
            <a:r>
              <a:rPr sz="700" spc="15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Book</a:t>
            </a:r>
            <a:r>
              <a:rPr sz="700" spc="21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757575"/>
                </a:solidFill>
                <a:latin typeface="Times New Roman"/>
                <a:cs typeface="Times New Roman"/>
              </a:rPr>
              <a:t>(Borrow)</a:t>
            </a:r>
            <a:endParaRPr sz="700">
              <a:latin typeface="Times New Roman"/>
              <a:cs typeface="Times New Roman"/>
            </a:endParaRPr>
          </a:p>
          <a:p>
            <a:pPr marL="155575" indent="-138430">
              <a:lnSpc>
                <a:spcPts val="790"/>
              </a:lnSpc>
              <a:buAutoNum type="arabicPeriod"/>
              <a:tabLst>
                <a:tab pos="156210" algn="l"/>
              </a:tabLst>
            </a:pP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Return</a:t>
            </a:r>
            <a:r>
              <a:rPr sz="700" spc="29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a</a:t>
            </a:r>
            <a:r>
              <a:rPr sz="700" spc="36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606060"/>
                </a:solidFill>
                <a:latin typeface="Times New Roman"/>
                <a:cs typeface="Times New Roman"/>
              </a:rPr>
              <a:t>Book</a:t>
            </a:r>
            <a:endParaRPr sz="700">
              <a:latin typeface="Times New Roman"/>
              <a:cs typeface="Times New Roman"/>
            </a:endParaRPr>
          </a:p>
          <a:p>
            <a:pPr marL="154940" indent="-142875">
              <a:lnSpc>
                <a:spcPts val="760"/>
              </a:lnSpc>
              <a:buClr>
                <a:srgbClr val="757575"/>
              </a:buClr>
              <a:buAutoNum type="arabicPeriod"/>
              <a:tabLst>
                <a:tab pos="155575" algn="l"/>
              </a:tabLst>
            </a:pPr>
            <a:r>
              <a:rPr sz="700" spc="50" dirty="0">
                <a:solidFill>
                  <a:srgbClr val="4D4D4D"/>
                </a:solidFill>
                <a:latin typeface="Times New Roman"/>
                <a:cs typeface="Times New Roman"/>
              </a:rPr>
              <a:t>Exit</a:t>
            </a:r>
            <a:r>
              <a:rPr sz="700" spc="215" dirty="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sz="700" spc="40" dirty="0">
                <a:solidFill>
                  <a:srgbClr val="757575"/>
                </a:solidFill>
                <a:latin typeface="Times New Roman"/>
                <a:cs typeface="Times New Roman"/>
              </a:rPr>
              <a:t>Application</a:t>
            </a:r>
            <a:endParaRPr sz="700">
              <a:latin typeface="Times New Roman"/>
              <a:cs typeface="Times New Roman"/>
            </a:endParaRPr>
          </a:p>
          <a:p>
            <a:pPr marL="19685">
              <a:lnSpc>
                <a:spcPts val="785"/>
              </a:lnSpc>
            </a:pPr>
            <a:r>
              <a:rPr sz="700" spc="50" dirty="0">
                <a:solidFill>
                  <a:srgbClr val="606060"/>
                </a:solidFill>
                <a:latin typeface="Times New Roman"/>
                <a:cs typeface="Times New Roman"/>
              </a:rPr>
              <a:t>Please</a:t>
            </a:r>
            <a:r>
              <a:rPr sz="700" spc="21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solidFill>
                  <a:srgbClr val="757575"/>
                </a:solidFill>
                <a:latin typeface="Times New Roman"/>
                <a:cs typeface="Times New Roman"/>
              </a:rPr>
              <a:t>select</a:t>
            </a:r>
            <a:r>
              <a:rPr sz="700" spc="23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an</a:t>
            </a:r>
            <a:r>
              <a:rPr sz="700" spc="19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solidFill>
                  <a:srgbClr val="757575"/>
                </a:solidFill>
                <a:latin typeface="Times New Roman"/>
                <a:cs typeface="Times New Roman"/>
              </a:rPr>
              <a:t>option</a:t>
            </a:r>
            <a:r>
              <a:rPr sz="700" spc="28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solidFill>
                  <a:srgbClr val="757575"/>
                </a:solidFill>
                <a:latin typeface="Times New Roman"/>
                <a:cs typeface="Times New Roman"/>
              </a:rPr>
              <a:t>(1-</a:t>
            </a:r>
            <a:r>
              <a:rPr sz="700" spc="70" dirty="0">
                <a:solidFill>
                  <a:srgbClr val="757575"/>
                </a:solidFill>
                <a:latin typeface="Times New Roman"/>
                <a:cs typeface="Times New Roman"/>
              </a:rPr>
              <a:t>8):</a:t>
            </a:r>
            <a:r>
              <a:rPr sz="700" spc="23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45" dirty="0">
                <a:solidFill>
                  <a:srgbClr val="757575"/>
                </a:solidFill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73122" y="4692651"/>
            <a:ext cx="1849755" cy="334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ts val="700"/>
              </a:lnSpc>
              <a:spcBef>
                <a:spcPts val="100"/>
              </a:spcBef>
            </a:pPr>
            <a:r>
              <a:rPr sz="700" spc="65" dirty="0">
                <a:solidFill>
                  <a:srgbClr val="606060"/>
                </a:solidFill>
                <a:latin typeface="Times New Roman"/>
                <a:cs typeface="Times New Roman"/>
              </a:rPr>
              <a:t>---</a:t>
            </a:r>
            <a:r>
              <a:rPr sz="700" spc="47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Registered</a:t>
            </a:r>
            <a:r>
              <a:rPr sz="700" spc="45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45" dirty="0">
                <a:solidFill>
                  <a:srgbClr val="757575"/>
                </a:solidFill>
                <a:latin typeface="Times New Roman"/>
                <a:cs typeface="Times New Roman"/>
              </a:rPr>
              <a:t>Library</a:t>
            </a:r>
            <a:r>
              <a:rPr sz="700" spc="409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Users</a:t>
            </a:r>
            <a:r>
              <a:rPr sz="700" spc="409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--</a:t>
            </a:r>
            <a:r>
              <a:rPr sz="700" spc="-50" dirty="0">
                <a:solidFill>
                  <a:srgbClr val="606060"/>
                </a:solidFill>
                <a:latin typeface="Times New Roman"/>
                <a:cs typeface="Times New Roman"/>
              </a:rPr>
              <a:t>-</a:t>
            </a:r>
            <a:endParaRPr sz="700">
              <a:latin typeface="Times New Roman"/>
              <a:cs typeface="Times New Roman"/>
            </a:endParaRPr>
          </a:p>
          <a:p>
            <a:pPr marL="12700" marR="5080">
              <a:lnSpc>
                <a:spcPct val="72900"/>
              </a:lnSpc>
              <a:spcBef>
                <a:spcPts val="155"/>
              </a:spcBef>
              <a:tabLst>
                <a:tab pos="1065530" algn="l"/>
              </a:tabLst>
            </a:pPr>
            <a:r>
              <a:rPr sz="700" spc="50" dirty="0">
                <a:solidFill>
                  <a:srgbClr val="757575"/>
                </a:solidFill>
                <a:latin typeface="Times New Roman"/>
                <a:cs typeface="Times New Roman"/>
              </a:rPr>
              <a:t>[Sl01)</a:t>
            </a:r>
            <a:r>
              <a:rPr sz="700" spc="229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solidFill>
                  <a:srgbClr val="606060"/>
                </a:solidFill>
                <a:latin typeface="Times New Roman"/>
                <a:cs typeface="Times New Roman"/>
              </a:rPr>
              <a:t>Alice</a:t>
            </a:r>
            <a:r>
              <a:rPr sz="700" spc="16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solidFill>
                  <a:srgbClr val="757575"/>
                </a:solidFill>
                <a:latin typeface="Times New Roman"/>
                <a:cs typeface="Times New Roman"/>
              </a:rPr>
              <a:t>Student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	</a:t>
            </a: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I</a:t>
            </a:r>
            <a:r>
              <a:rPr sz="900" spc="1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Type:</a:t>
            </a:r>
            <a:r>
              <a:rPr sz="700" spc="32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757575"/>
                </a:solidFill>
                <a:latin typeface="Times New Roman"/>
                <a:cs typeface="Times New Roman"/>
              </a:rPr>
              <a:t>Student</a:t>
            </a:r>
            <a:r>
              <a:rPr sz="700" spc="55" dirty="0">
                <a:solidFill>
                  <a:srgbClr val="757575"/>
                </a:solidFill>
                <a:latin typeface="Times New Roman"/>
                <a:cs typeface="Times New Roman"/>
              </a:rPr>
              <a:t> [l505)</a:t>
            </a:r>
            <a:r>
              <a:rPr sz="700" spc="21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Bob</a:t>
            </a:r>
            <a:r>
              <a:rPr sz="700" spc="14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solidFill>
                  <a:srgbClr val="757575"/>
                </a:solidFill>
                <a:latin typeface="Times New Roman"/>
                <a:cs typeface="Times New Roman"/>
              </a:rPr>
              <a:t>librarian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	</a:t>
            </a:r>
            <a:r>
              <a:rPr sz="900" spc="85" dirty="0">
                <a:solidFill>
                  <a:srgbClr val="4D4D4D"/>
                </a:solidFill>
                <a:latin typeface="Arial"/>
                <a:cs typeface="Arial"/>
              </a:rPr>
              <a:t>I</a:t>
            </a:r>
            <a:r>
              <a:rPr sz="900" spc="9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Type:</a:t>
            </a:r>
            <a:r>
              <a:rPr sz="700" spc="33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solidFill>
                  <a:srgbClr val="757575"/>
                </a:solidFill>
                <a:latin typeface="Times New Roman"/>
                <a:cs typeface="Times New Roman"/>
              </a:rPr>
              <a:t>librarian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84557" y="4789106"/>
            <a:ext cx="666115" cy="23304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ts val="790"/>
              </a:lnSpc>
              <a:spcBef>
                <a:spcPts val="170"/>
              </a:spcBef>
            </a:pP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Borrowed:</a:t>
            </a:r>
            <a:r>
              <a:rPr sz="700" spc="36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-25" dirty="0">
                <a:solidFill>
                  <a:srgbClr val="757575"/>
                </a:solidFill>
                <a:latin typeface="Times New Roman"/>
                <a:cs typeface="Times New Roman"/>
              </a:rPr>
              <a:t>G/3</a:t>
            </a:r>
            <a:r>
              <a:rPr sz="700" spc="50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Borrowed:</a:t>
            </a:r>
            <a:r>
              <a:rPr sz="700" spc="36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757575"/>
                </a:solidFill>
                <a:latin typeface="Times New Roman"/>
                <a:cs typeface="Times New Roman"/>
              </a:rPr>
              <a:t>G/10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64378" y="5185646"/>
            <a:ext cx="2223770" cy="1308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00"/>
              </a:spcBef>
            </a:pPr>
            <a:r>
              <a:rPr sz="700" spc="-80" dirty="0">
                <a:solidFill>
                  <a:srgbClr val="606060"/>
                </a:solidFill>
                <a:latin typeface="Times New Roman"/>
                <a:cs typeface="Times New Roman"/>
              </a:rPr>
              <a:t>LIBRARY</a:t>
            </a:r>
            <a:r>
              <a:rPr sz="700" spc="12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-125" dirty="0">
                <a:solidFill>
                  <a:srgbClr val="757575"/>
                </a:solidFill>
                <a:latin typeface="Times New Roman"/>
                <a:cs typeface="Times New Roman"/>
              </a:rPr>
              <a:t>HANAGEHENT</a:t>
            </a:r>
            <a:r>
              <a:rPr sz="700" spc="17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757575"/>
                </a:solidFill>
                <a:latin typeface="Times New Roman"/>
                <a:cs typeface="Times New Roman"/>
              </a:rPr>
              <a:t>SYSTEM</a:t>
            </a:r>
            <a:endParaRPr sz="700">
              <a:latin typeface="Times New Roman"/>
              <a:cs typeface="Times New Roman"/>
            </a:endParaRPr>
          </a:p>
          <a:p>
            <a:pPr marL="152400" indent="-138430">
              <a:lnSpc>
                <a:spcPts val="800"/>
              </a:lnSpc>
              <a:spcBef>
                <a:spcPts val="710"/>
              </a:spcBef>
              <a:buClr>
                <a:srgbClr val="757575"/>
              </a:buClr>
              <a:buAutoNum type="arabicPeriod"/>
              <a:tabLst>
                <a:tab pos="153035" algn="l"/>
              </a:tabLst>
            </a:pPr>
            <a:r>
              <a:rPr sz="700" spc="-20" dirty="0">
                <a:solidFill>
                  <a:srgbClr val="606060"/>
                </a:solidFill>
                <a:latin typeface="Times New Roman"/>
                <a:cs typeface="Times New Roman"/>
              </a:rPr>
              <a:t>Add</a:t>
            </a:r>
            <a:r>
              <a:rPr sz="700" spc="13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a</a:t>
            </a:r>
            <a:r>
              <a:rPr sz="700" spc="21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50" dirty="0">
                <a:solidFill>
                  <a:srgbClr val="757575"/>
                </a:solidFill>
                <a:latin typeface="Times New Roman"/>
                <a:cs typeface="Times New Roman"/>
              </a:rPr>
              <a:t>New</a:t>
            </a:r>
            <a:r>
              <a:rPr sz="700" spc="114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606060"/>
                </a:solidFill>
                <a:latin typeface="Times New Roman"/>
                <a:cs typeface="Times New Roman"/>
              </a:rPr>
              <a:t>Book</a:t>
            </a:r>
            <a:endParaRPr sz="700">
              <a:latin typeface="Times New Roman"/>
              <a:cs typeface="Times New Roman"/>
            </a:endParaRPr>
          </a:p>
          <a:p>
            <a:pPr marL="155575" indent="-136525">
              <a:lnSpc>
                <a:spcPts val="775"/>
              </a:lnSpc>
              <a:buClr>
                <a:srgbClr val="757575"/>
              </a:buClr>
              <a:buAutoNum type="arabicPeriod"/>
              <a:tabLst>
                <a:tab pos="156210" algn="l"/>
              </a:tabLst>
            </a:pPr>
            <a:r>
              <a:rPr sz="700" spc="55" dirty="0">
                <a:solidFill>
                  <a:srgbClr val="606060"/>
                </a:solidFill>
                <a:latin typeface="Times New Roman"/>
                <a:cs typeface="Times New Roman"/>
              </a:rPr>
              <a:t>Register</a:t>
            </a:r>
            <a:r>
              <a:rPr sz="700" spc="18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757575"/>
                </a:solidFill>
                <a:latin typeface="Times New Roman"/>
                <a:cs typeface="Times New Roman"/>
              </a:rPr>
              <a:t>a</a:t>
            </a:r>
            <a:r>
              <a:rPr sz="700" spc="18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50" dirty="0">
                <a:solidFill>
                  <a:srgbClr val="757575"/>
                </a:solidFill>
                <a:latin typeface="Times New Roman"/>
                <a:cs typeface="Times New Roman"/>
              </a:rPr>
              <a:t>New</a:t>
            </a:r>
            <a:r>
              <a:rPr sz="700" spc="13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606060"/>
                </a:solidFill>
                <a:latin typeface="Times New Roman"/>
                <a:cs typeface="Times New Roman"/>
              </a:rPr>
              <a:t>User</a:t>
            </a:r>
            <a:endParaRPr sz="700">
              <a:latin typeface="Times New Roman"/>
              <a:cs typeface="Times New Roman"/>
            </a:endParaRPr>
          </a:p>
          <a:p>
            <a:pPr marL="151130" indent="-133985">
              <a:lnSpc>
                <a:spcPts val="775"/>
              </a:lnSpc>
              <a:buAutoNum type="arabicPeriod"/>
              <a:tabLst>
                <a:tab pos="151765" algn="l"/>
              </a:tabLst>
            </a:pPr>
            <a:r>
              <a:rPr sz="700" spc="-10" dirty="0">
                <a:solidFill>
                  <a:srgbClr val="757575"/>
                </a:solidFill>
                <a:latin typeface="Times New Roman"/>
                <a:cs typeface="Times New Roman"/>
              </a:rPr>
              <a:t>Show</a:t>
            </a:r>
            <a:r>
              <a:rPr sz="700" spc="16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757575"/>
                </a:solidFill>
                <a:latin typeface="Times New Roman"/>
                <a:cs typeface="Times New Roman"/>
              </a:rPr>
              <a:t>Full</a:t>
            </a:r>
            <a:r>
              <a:rPr sz="700" spc="15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4D4D4D"/>
                </a:solidFill>
                <a:latin typeface="Times New Roman"/>
                <a:cs typeface="Times New Roman"/>
              </a:rPr>
              <a:t>Inventory</a:t>
            </a:r>
            <a:endParaRPr sz="700">
              <a:latin typeface="Times New Roman"/>
              <a:cs typeface="Times New Roman"/>
            </a:endParaRPr>
          </a:p>
          <a:p>
            <a:pPr marL="151130" indent="-135255">
              <a:lnSpc>
                <a:spcPts val="760"/>
              </a:lnSpc>
              <a:buClr>
                <a:srgbClr val="606060"/>
              </a:buClr>
              <a:buAutoNum type="arabicPeriod"/>
              <a:tabLst>
                <a:tab pos="151765" algn="l"/>
              </a:tabLst>
            </a:pPr>
            <a:r>
              <a:rPr sz="700" spc="-10" dirty="0">
                <a:solidFill>
                  <a:srgbClr val="757575"/>
                </a:solidFill>
                <a:latin typeface="Times New Roman"/>
                <a:cs typeface="Times New Roman"/>
              </a:rPr>
              <a:t>Show</a:t>
            </a:r>
            <a:r>
              <a:rPr sz="700" spc="35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Registered</a:t>
            </a:r>
            <a:r>
              <a:rPr sz="700" spc="470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606060"/>
                </a:solidFill>
                <a:latin typeface="Times New Roman"/>
                <a:cs typeface="Times New Roman"/>
              </a:rPr>
              <a:t>Users</a:t>
            </a:r>
            <a:endParaRPr sz="700">
              <a:latin typeface="Times New Roman"/>
              <a:cs typeface="Times New Roman"/>
            </a:endParaRPr>
          </a:p>
          <a:p>
            <a:pPr marL="151130" indent="-134620">
              <a:lnSpc>
                <a:spcPts val="775"/>
              </a:lnSpc>
              <a:buAutoNum type="arabicPeriod"/>
              <a:tabLst>
                <a:tab pos="151765" algn="l"/>
              </a:tabLst>
            </a:pP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Search</a:t>
            </a:r>
            <a:r>
              <a:rPr sz="700" spc="29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Books</a:t>
            </a:r>
            <a:r>
              <a:rPr sz="700" spc="29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by</a:t>
            </a:r>
            <a:r>
              <a:rPr sz="700" spc="18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90" dirty="0">
                <a:solidFill>
                  <a:srgbClr val="606060"/>
                </a:solidFill>
                <a:latin typeface="Times New Roman"/>
                <a:cs typeface="Times New Roman"/>
              </a:rPr>
              <a:t>Title</a:t>
            </a:r>
            <a:endParaRPr sz="700">
              <a:latin typeface="Times New Roman"/>
              <a:cs typeface="Times New Roman"/>
            </a:endParaRPr>
          </a:p>
          <a:p>
            <a:pPr marL="154940" indent="-141605">
              <a:lnSpc>
                <a:spcPts val="775"/>
              </a:lnSpc>
              <a:buAutoNum type="arabicPeriod"/>
              <a:tabLst>
                <a:tab pos="155575" algn="l"/>
              </a:tabLst>
            </a:pPr>
            <a:r>
              <a:rPr sz="700" spc="70" dirty="0">
                <a:solidFill>
                  <a:srgbClr val="757575"/>
                </a:solidFill>
                <a:latin typeface="Times New Roman"/>
                <a:cs typeface="Times New Roman"/>
              </a:rPr>
              <a:t>Issue</a:t>
            </a:r>
            <a:r>
              <a:rPr sz="700" spc="13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solidFill>
                  <a:srgbClr val="606060"/>
                </a:solidFill>
                <a:latin typeface="Times New Roman"/>
                <a:cs typeface="Times New Roman"/>
              </a:rPr>
              <a:t>a</a:t>
            </a:r>
            <a:r>
              <a:rPr sz="700" spc="14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Book</a:t>
            </a:r>
            <a:r>
              <a:rPr sz="700" spc="204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757575"/>
                </a:solidFill>
                <a:latin typeface="Times New Roman"/>
                <a:cs typeface="Times New Roman"/>
              </a:rPr>
              <a:t>(Borrow)</a:t>
            </a:r>
            <a:endParaRPr sz="700">
              <a:latin typeface="Times New Roman"/>
              <a:cs typeface="Times New Roman"/>
            </a:endParaRPr>
          </a:p>
          <a:p>
            <a:pPr marL="155575" indent="-138430">
              <a:lnSpc>
                <a:spcPts val="790"/>
              </a:lnSpc>
              <a:buAutoNum type="arabicPeriod"/>
              <a:tabLst>
                <a:tab pos="156210" algn="l"/>
              </a:tabLst>
            </a:pP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Return</a:t>
            </a:r>
            <a:r>
              <a:rPr sz="700" spc="29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a</a:t>
            </a:r>
            <a:r>
              <a:rPr sz="700" spc="36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757575"/>
                </a:solidFill>
                <a:latin typeface="Times New Roman"/>
                <a:cs typeface="Times New Roman"/>
              </a:rPr>
              <a:t>Book</a:t>
            </a:r>
            <a:endParaRPr sz="700">
              <a:latin typeface="Times New Roman"/>
              <a:cs typeface="Times New Roman"/>
            </a:endParaRPr>
          </a:p>
          <a:p>
            <a:pPr marL="154940" indent="-142875">
              <a:lnSpc>
                <a:spcPts val="775"/>
              </a:lnSpc>
              <a:buClr>
                <a:srgbClr val="757575"/>
              </a:buClr>
              <a:buAutoNum type="arabicPeriod"/>
              <a:tabLst>
                <a:tab pos="155575" algn="l"/>
              </a:tabLst>
            </a:pPr>
            <a:r>
              <a:rPr sz="700" spc="50" dirty="0">
                <a:solidFill>
                  <a:srgbClr val="606060"/>
                </a:solidFill>
                <a:latin typeface="Times New Roman"/>
                <a:cs typeface="Times New Roman"/>
              </a:rPr>
              <a:t>Exit</a:t>
            </a:r>
            <a:r>
              <a:rPr sz="700" spc="21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40" dirty="0">
                <a:solidFill>
                  <a:srgbClr val="757575"/>
                </a:solidFill>
                <a:latin typeface="Times New Roman"/>
                <a:cs typeface="Times New Roman"/>
              </a:rPr>
              <a:t>Application</a:t>
            </a:r>
            <a:endParaRPr sz="700">
              <a:latin typeface="Times New Roman"/>
              <a:cs typeface="Times New Roman"/>
            </a:endParaRPr>
          </a:p>
          <a:p>
            <a:pPr marL="19685" marR="554990">
              <a:lnSpc>
                <a:spcPts val="790"/>
              </a:lnSpc>
              <a:spcBef>
                <a:spcPts val="10"/>
              </a:spcBef>
            </a:pPr>
            <a:r>
              <a:rPr sz="700" spc="50" dirty="0">
                <a:solidFill>
                  <a:srgbClr val="606060"/>
                </a:solidFill>
                <a:latin typeface="Times New Roman"/>
                <a:cs typeface="Times New Roman"/>
              </a:rPr>
              <a:t>Please</a:t>
            </a:r>
            <a:r>
              <a:rPr sz="700" spc="21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solidFill>
                  <a:srgbClr val="606060"/>
                </a:solidFill>
                <a:latin typeface="Times New Roman"/>
                <a:cs typeface="Times New Roman"/>
              </a:rPr>
              <a:t>select</a:t>
            </a:r>
            <a:r>
              <a:rPr sz="700" spc="23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an</a:t>
            </a:r>
            <a:r>
              <a:rPr sz="700" spc="19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solidFill>
                  <a:srgbClr val="757575"/>
                </a:solidFill>
                <a:latin typeface="Times New Roman"/>
                <a:cs typeface="Times New Roman"/>
              </a:rPr>
              <a:t>option</a:t>
            </a:r>
            <a:r>
              <a:rPr sz="700" spc="28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solidFill>
                  <a:srgbClr val="757575"/>
                </a:solidFill>
                <a:latin typeface="Times New Roman"/>
                <a:cs typeface="Times New Roman"/>
              </a:rPr>
              <a:t>(1-</a:t>
            </a:r>
            <a:r>
              <a:rPr sz="700" spc="70" dirty="0">
                <a:solidFill>
                  <a:srgbClr val="757575"/>
                </a:solidFill>
                <a:latin typeface="Times New Roman"/>
                <a:cs typeface="Times New Roman"/>
              </a:rPr>
              <a:t>8):</a:t>
            </a:r>
            <a:r>
              <a:rPr sz="700" spc="24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45" dirty="0">
                <a:solidFill>
                  <a:srgbClr val="606060"/>
                </a:solidFill>
                <a:latin typeface="Times New Roman"/>
                <a:cs typeface="Times New Roman"/>
              </a:rPr>
              <a:t>5 </a:t>
            </a:r>
            <a:r>
              <a:rPr sz="700" dirty="0">
                <a:solidFill>
                  <a:srgbClr val="606060"/>
                </a:solidFill>
                <a:latin typeface="Times New Roman"/>
                <a:cs typeface="Times New Roman"/>
              </a:rPr>
              <a:t>Enter</a:t>
            </a:r>
            <a:r>
              <a:rPr sz="700" spc="32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700" spc="90" dirty="0">
                <a:solidFill>
                  <a:srgbClr val="757575"/>
                </a:solidFill>
                <a:latin typeface="Times New Roman"/>
                <a:cs typeface="Times New Roman"/>
              </a:rPr>
              <a:t>partial</a:t>
            </a:r>
            <a:r>
              <a:rPr sz="700" spc="28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140" dirty="0">
                <a:solidFill>
                  <a:srgbClr val="757575"/>
                </a:solidFill>
                <a:latin typeface="Times New Roman"/>
                <a:cs typeface="Times New Roman"/>
              </a:rPr>
              <a:t>title</a:t>
            </a:r>
            <a:r>
              <a:rPr sz="700" spc="22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175" dirty="0">
                <a:solidFill>
                  <a:srgbClr val="757575"/>
                </a:solidFill>
                <a:latin typeface="Times New Roman"/>
                <a:cs typeface="Times New Roman"/>
              </a:rPr>
              <a:t>to</a:t>
            </a:r>
            <a:r>
              <a:rPr sz="700" spc="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solidFill>
                  <a:srgbClr val="757575"/>
                </a:solidFill>
                <a:latin typeface="Times New Roman"/>
                <a:cs typeface="Times New Roman"/>
              </a:rPr>
              <a:t>search:</a:t>
            </a:r>
            <a:r>
              <a:rPr sz="700" spc="30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30" dirty="0">
                <a:solidFill>
                  <a:srgbClr val="757575"/>
                </a:solidFill>
                <a:latin typeface="Times New Roman"/>
                <a:cs typeface="Times New Roman"/>
              </a:rPr>
              <a:t>clean</a:t>
            </a:r>
            <a:endParaRPr sz="700">
              <a:latin typeface="Times New Roman"/>
              <a:cs typeface="Times New Roman"/>
            </a:endParaRPr>
          </a:p>
          <a:p>
            <a:pPr marL="20955">
              <a:lnSpc>
                <a:spcPts val="740"/>
              </a:lnSpc>
            </a:pP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[ISBN01)</a:t>
            </a:r>
            <a:r>
              <a:rPr sz="700" spc="29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Clean</a:t>
            </a:r>
            <a:r>
              <a:rPr sz="700" spc="254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Code</a:t>
            </a:r>
            <a:r>
              <a:rPr sz="700" spc="23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by</a:t>
            </a:r>
            <a:r>
              <a:rPr sz="700" spc="25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Robert</a:t>
            </a:r>
            <a:r>
              <a:rPr sz="700" spc="250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solidFill>
                  <a:srgbClr val="757575"/>
                </a:solidFill>
                <a:latin typeface="Times New Roman"/>
                <a:cs typeface="Times New Roman"/>
              </a:rPr>
              <a:t>Hartin</a:t>
            </a:r>
            <a:r>
              <a:rPr sz="700" spc="30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57575"/>
                </a:solidFill>
                <a:latin typeface="Times New Roman"/>
                <a:cs typeface="Times New Roman"/>
              </a:rPr>
              <a:t>-</a:t>
            </a:r>
            <a:r>
              <a:rPr sz="700" spc="21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700" spc="40" dirty="0">
                <a:solidFill>
                  <a:srgbClr val="757575"/>
                </a:solidFill>
                <a:latin typeface="Times New Roman"/>
                <a:cs typeface="Times New Roman"/>
              </a:rPr>
              <a:t>Available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925</Words>
  <Application>Microsoft Office PowerPoint</Application>
  <PresentationFormat>Benutzerdefiniert</PresentationFormat>
  <Paragraphs>181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Courier New</vt:lpstr>
      <vt:lpstr>Times New Roman</vt:lpstr>
      <vt:lpstr>Office Theme</vt:lpstr>
      <vt:lpstr>The Library MANAGEMENT</vt:lpstr>
      <vt:lpstr>System Architecture</vt:lpstr>
      <vt:lpstr>OOP Concepts</vt:lpstr>
      <vt:lpstr>Technical Highlight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Online2PDF.com</cp:lastModifiedBy>
  <cp:revision>1</cp:revision>
  <dcterms:created xsi:type="dcterms:W3CDTF">2026-03-25T20:51:47Z</dcterms:created>
  <dcterms:modified xsi:type="dcterms:W3CDTF">2026-03-25T20:51:49Z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2026-03-25T00:00:00Z</vt:filetime>
  </property>
  <property fmtid="{D5CDD505-2E9C-101B-9397-08002B2CF9AE}" pid="3" name="LastSaved">
    <vt:filetime>2026-03-25T00:00:00Z</vt:filetime>
  </property>
</Properties>
</file>